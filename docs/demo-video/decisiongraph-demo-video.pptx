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1731a0e1f54f6c" /><Relationship Type="http://schemas.openxmlformats.org/officeDocument/2006/relationships/extended-properties" Target="/docProps/app.xml" Id="R7889c2eee2d547c8" /><Relationship Type="http://schemas.openxmlformats.org/officeDocument/2006/relationships/officeDocument" Target="/ppt/presentation.xml" Id="R3d215738f24244d2" /></Relationships>
</file>

<file path=ppt/presentation.xml><?xml version="1.0" encoding="utf-8"?>
<p:presentation xmlns:p="http://schemas.openxmlformats.org/presentationml/2006/main">
  <p:sldMasterIdLst>
    <p:sldMasterId xmlns:r="http://schemas.openxmlformats.org/officeDocument/2006/relationships" id="2147483648" r:id="R572df9943fb448f3"/>
  </p:sldMasterIdLst>
  <p:notesMasterIdLst>
    <p:notesMasterId xmlns:r="http://schemas.openxmlformats.org/officeDocument/2006/relationships" r:id="Rea9b06e8b6024d94"/>
  </p:notesMasterIdLst>
  <p:sldIdLst>
    <p:sldId xmlns:r="http://schemas.openxmlformats.org/officeDocument/2006/relationships" id="256" r:id="R7c424e01870647a2"/>
    <p:sldId xmlns:r="http://schemas.openxmlformats.org/officeDocument/2006/relationships" id="257" r:id="Rf6853c648dd94150"/>
    <p:sldId xmlns:r="http://schemas.openxmlformats.org/officeDocument/2006/relationships" id="258" r:id="R914ed5c4a2504a14"/>
    <p:sldId xmlns:r="http://schemas.openxmlformats.org/officeDocument/2006/relationships" id="259" r:id="R63f465e5a64c4dd8"/>
    <p:sldId xmlns:r="http://schemas.openxmlformats.org/officeDocument/2006/relationships" id="260" r:id="R8ab4d5c135b8405e"/>
    <p:sldId xmlns:r="http://schemas.openxmlformats.org/officeDocument/2006/relationships" id="261" r:id="R68244530a8274efb"/>
    <p:sldId xmlns:r="http://schemas.openxmlformats.org/officeDocument/2006/relationships" id="262" r:id="Rb7dc57b831ef4054"/>
    <p:sldId xmlns:r="http://schemas.openxmlformats.org/officeDocument/2006/relationships" id="263" r:id="R6ba56e86a48b48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64b541409d4085" /><Relationship Type="http://schemas.openxmlformats.org/officeDocument/2006/relationships/slideMaster" Target="/ppt/slideMasters/slideMaster1.xml" Id="R572df9943fb448f3" /><Relationship Type="http://schemas.openxmlformats.org/officeDocument/2006/relationships/notesMaster" Target="/ppt/notesMasters/notesMaster1.xml" Id="Rea9b06e8b6024d94" /><Relationship Type="http://schemas.openxmlformats.org/officeDocument/2006/relationships/presProps" Target="/ppt/presProps.xml" Id="Rc5037b3d51ce4d2a" /><Relationship Type="http://schemas.openxmlformats.org/officeDocument/2006/relationships/tableStyles" Target="/ppt/tableStyles.xml" Id="R6837c288c96e4145" /><Relationship Type="http://schemas.openxmlformats.org/officeDocument/2006/relationships/slide" Target="/ppt/slides/slide1.xml" Id="R7c424e01870647a2" /><Relationship Type="http://schemas.openxmlformats.org/officeDocument/2006/relationships/slide" Target="/ppt/slides/slide2.xml" Id="Rf6853c648dd94150" /><Relationship Type="http://schemas.openxmlformats.org/officeDocument/2006/relationships/slide" Target="/ppt/slides/slide3.xml" Id="R914ed5c4a2504a14" /><Relationship Type="http://schemas.openxmlformats.org/officeDocument/2006/relationships/slide" Target="/ppt/slides/slide4.xml" Id="R63f465e5a64c4dd8" /><Relationship Type="http://schemas.openxmlformats.org/officeDocument/2006/relationships/slide" Target="/ppt/slides/slide5.xml" Id="R8ab4d5c135b8405e" /><Relationship Type="http://schemas.openxmlformats.org/officeDocument/2006/relationships/slide" Target="/ppt/slides/slide6.xml" Id="R68244530a8274efb" /><Relationship Type="http://schemas.openxmlformats.org/officeDocument/2006/relationships/slide" Target="/ppt/slides/slide7.xml" Id="Rb7dc57b831ef4054" /><Relationship Type="http://schemas.openxmlformats.org/officeDocument/2006/relationships/slide" Target="/ppt/slides/slide8.xml" Id="R6ba56e86a48b48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9fffeddaea4d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7850049e694f03" /><Relationship Type="http://schemas.openxmlformats.org/officeDocument/2006/relationships/notesMaster" Target="/ppt/notesMasters/notesMaster1.xml" Id="R67a5195542fc4e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286a28e6164f8c" /><Relationship Type="http://schemas.openxmlformats.org/officeDocument/2006/relationships/notesMaster" Target="/ppt/notesMasters/notesMaster1.xml" Id="R0d5bc2a87f8640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e5905cb6fd44c9" /><Relationship Type="http://schemas.openxmlformats.org/officeDocument/2006/relationships/notesMaster" Target="/ppt/notesMasters/notesMaster1.xml" Id="R3d2a6a33a6d243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64f597de60459b" /><Relationship Type="http://schemas.openxmlformats.org/officeDocument/2006/relationships/notesMaster" Target="/ppt/notesMasters/notesMaster1.xml" Id="Re1e2e14413654f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6848000c944ab0" /><Relationship Type="http://schemas.openxmlformats.org/officeDocument/2006/relationships/notesMaster" Target="/ppt/notesMasters/notesMaster1.xml" Id="R87845caeb7094e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9e4137d95d4193" /><Relationship Type="http://schemas.openxmlformats.org/officeDocument/2006/relationships/notesMaster" Target="/ppt/notesMasters/notesMaster1.xml" Id="R74baee00f7324f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8e456b0ba64a1d" /><Relationship Type="http://schemas.openxmlformats.org/officeDocument/2006/relationships/notesMaster" Target="/ppt/notesMasters/notesMaster1.xml" Id="R03088d7b723546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a6774f12254df8" /><Relationship Type="http://schemas.openxmlformats.org/officeDocument/2006/relationships/notesMaster" Target="/ppt/notesMasters/notesMaster1.xml" Id="Rb94ed82250d54a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agents can make recommendations. DecisionGraph makes those recommendations governable. In the next two minutes, we’ll follow one inventory decision from trusted DataHub context, through human approval, into the catalog—and then safely revalidate it when conditions change.</a:t>
            </a:r>
          </a:p>
          <a:p xmlns:a="http://schemas.openxmlformats.org/drawingml/2006/main">
            <a:r>
              <a:t/>
            </a:r>
          </a:p>
          <a:p xmlns:a="http://schemas.openxmlformats.org/drawingml/2006/main">
            <a:r>
              <a:t>[Sources]</a:t>
            </a:r>
          </a:p>
          <a:p xmlns:a="http://schemas.openxmlformats.org/drawingml/2006/main">
            <a:r>
              <a:t>- DecisionGraph project implementation and local verification, July 2026.</a:t>
            </a:r>
          </a:p>
          <a:p xmlns:a="http://schemas.openxmlformats.org/drawingml/2006/main">
            <a:r>
              <a:t>- Visual asset generated for this deck with OpenAI image generation; prompt recorded in project source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recommendation is not enough. A governed organization must also prove which data shaped it, who approved it, what action followed, and how the decision responds when the underlying evidence changes. DecisionGraph captures that missing operational memory.</a:t>
            </a:r>
          </a:p>
          <a:p xmlns:a="http://schemas.openxmlformats.org/drawingml/2006/main">
            <a:r>
              <a:t/>
            </a:r>
          </a:p>
          <a:p xmlns:a="http://schemas.openxmlformats.org/drawingml/2006/main">
            <a:r>
              <a:t>[Sources]</a:t>
            </a:r>
          </a:p>
          <a:p xmlns:a="http://schemas.openxmlformats.org/drawingml/2006/main">
            <a:r>
              <a:t>- DecisionGraph problem statement derived from the implemented decision lifecycle and audit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begins when the agent runs. It stores a pending decision instead of taking action immediately. A human approval unlocks the DataHub projection. If conditions later change, invalidation marks the decision for review, and revalidation creates a fresh replacement with a traceable supersedes relationship.</a:t>
            </a:r>
          </a:p>
          <a:p xmlns:a="http://schemas.openxmlformats.org/drawingml/2006/main">
            <a:r>
              <a:t/>
            </a:r>
          </a:p>
          <a:p xmlns:a="http://schemas.openxmlformats.org/drawingml/2006/main">
            <a:r>
              <a:t>[Sources]</a:t>
            </a:r>
          </a:p>
          <a:p xmlns:a="http://schemas.openxmlformats.org/drawingml/2006/main">
            <a:r>
              <a:t>- DecisionGraph API lifecycle implemented in backend/app/main.py and backend/app/store.py.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decision time, the agent calls the official DataHub MCP server. It retrieves the governed entities and their schema fields. DecisionGraph stores the context source, exact tool names, fetch time, selected facts, and a pruned snapshot beside the recommendation—so the evidence is inspectable later.</a:t>
            </a:r>
          </a:p>
          <a:p xmlns:a="http://schemas.openxmlformats.org/drawingml/2006/main">
            <a:r>
              <a:t/>
            </a:r>
          </a:p>
          <a:p xmlns:a="http://schemas.openxmlformats.org/drawingml/2006/main">
            <a:r>
              <a:t>[Sources]</a:t>
            </a:r>
          </a:p>
          <a:p xmlns:a="http://schemas.openxmlformats.org/drawingml/2006/main">
            <a:r>
              <a:t>- DataHub MCP Server documentation: https://docs.datahub.com/docs/features/feature-guides/mcp</a:t>
            </a:r>
          </a:p>
          <a:p xmlns:a="http://schemas.openxmlformats.org/drawingml/2006/main">
            <a:r>
              <a:t>- Official DataHub MCP server repository: https://github.com/acryldata/mcp-server-datahub</a:t>
            </a:r>
          </a:p>
          <a:p xmlns:a="http://schemas.openxmlformats.org/drawingml/2006/main">
            <a:r>
              <a:t>- DecisionGraph MCP integration: backend/app/mcp_context.py.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prototype’s sample decision identifies three governed Northeast reorder candidates, confirms fresh forecast coverage within the configured horizon, and records the five inventory plus five forecast fields considered. That proof is visible before the approver can authorize any catalog write.</a:t>
            </a:r>
          </a:p>
          <a:p xmlns:a="http://schemas.openxmlformats.org/drawingml/2006/main">
            <a:r>
              <a:t/>
            </a:r>
          </a:p>
          <a:p xmlns:a="http://schemas.openxmlformats.org/drawingml/2006/main">
            <a:r>
              <a:t>[Sources]</a:t>
            </a:r>
          </a:p>
          <a:p xmlns:a="http://schemas.openxmlformats.org/drawingml/2006/main">
            <a:r>
              <a:t>- Live local DataHub verification against fiction_retail.inventory and fiction_retail.northeast_forecast.</a:t>
            </a:r>
          </a:p>
          <a:p xmlns:a="http://schemas.openxmlformats.org/drawingml/2006/main">
            <a:r>
              <a:t>- DecisionGraph dashboard and decision evidence generated by the tested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approval, DecisionGraph projects a real DataHub Document. The document receives its own URN and links back to both governed datasets. The live test read the artifact back successfully, confirming two related datasets and a non-global scope.</a:t>
            </a:r>
          </a:p>
          <a:p xmlns:a="http://schemas.openxmlformats.org/drawingml/2006/main">
            <a:r>
              <a:t/>
            </a:r>
          </a:p>
          <a:p xmlns:a="http://schemas.openxmlformats.org/drawingml/2006/main">
            <a:r>
              <a:t>[Sources]</a:t>
            </a:r>
          </a:p>
          <a:p xmlns:a="http://schemas.openxmlformats.org/drawingml/2006/main">
            <a:r>
              <a:t>- Live projected DataHub Document verified in the local DataHub instance.</a:t>
            </a:r>
          </a:p>
          <a:p xmlns:a="http://schemas.openxmlformats.org/drawingml/2006/main">
            <a:r>
              <a:t>- DataHub projection adapter: backend/app/datahub_adapter.py.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a source condition changes, DecisionGraph stores the invalidation event even if no current decision matches. Revalidation then fetches fresh MCP context before creating a replacement. The original remains intact, and the new decision points back through a unique supersedes edge.</a:t>
            </a:r>
          </a:p>
          <a:p xmlns:a="http://schemas.openxmlformats.org/drawingml/2006/main">
            <a:r>
              <a:t/>
            </a:r>
          </a:p>
          <a:p xmlns:a="http://schemas.openxmlformats.org/drawingml/2006/main">
            <a:r>
              <a:t>[Sources]</a:t>
            </a:r>
          </a:p>
          <a:p xmlns:a="http://schemas.openxmlformats.org/drawingml/2006/main">
            <a:r>
              <a:t>- DecisionGraph durable invalidation and revalidation logic: backend/app/store.py and backend/app/main.py.</a:t>
            </a:r>
          </a:p>
          <a:p xmlns:a="http://schemas.openxmlformats.org/drawingml/2006/main">
            <a:r>
              <a:t>- Automated coverage includes fresh-context replacement and no-fixture-fallback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result is a closed loop for accountable AI decisions: governed context enters, a reviewable recommendation is created, human approval controls projection, and later changes trigger traceable revalidation. The prototype passed all ten automated checks, live MCP retrieval, real DataHub projection readback, browser workflow, and mobile layout verification. DecisionGraph: run, review, trace, and revalidate.</a:t>
            </a:r>
          </a:p>
          <a:p xmlns:a="http://schemas.openxmlformats.org/drawingml/2006/main">
            <a:r>
              <a:t/>
            </a:r>
          </a:p>
          <a:p xmlns:a="http://schemas.openxmlformats.org/drawingml/2006/main">
            <a:r>
              <a:t>[Sources]</a:t>
            </a:r>
          </a:p>
          <a:p xmlns:a="http://schemas.openxmlformats.org/drawingml/2006/main">
            <a:r>
              <a:t>- DecisionGraph test suite and live verification completed locally, July 2026.</a:t>
            </a:r>
          </a:p>
          <a:p xmlns:a="http://schemas.openxmlformats.org/drawingml/2006/main">
            <a:r>
              <a:t>- Visual asset generated for this deck with OpenAI image generation; prompt recorded in project source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65eaea694745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b72549f1cc40b1" /><Relationship Type="http://schemas.openxmlformats.org/officeDocument/2006/relationships/slideLayout" Target="/ppt/slideLayouts/slideLayout1.xml" Id="Ra2b9f3b237c74e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b9f3b237c74e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379a0e22b64214" /><Relationship Type="http://schemas.openxmlformats.org/officeDocument/2006/relationships/image" Target="/ppt/media/image.png" Id="Rc18a2a223e664d89" /><Relationship Type="http://schemas.openxmlformats.org/officeDocument/2006/relationships/notesSlide" Target="/ppt/notesSlides/notesSlide1.xml" Id="Re4e3c10075c549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8f21e1c0d3e49a0" /><Relationship Type="http://schemas.openxmlformats.org/officeDocument/2006/relationships/notesSlide" Target="/ppt/notesSlides/notesSlide2.xml" Id="Rd45b93b2395a47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1ef229d5524eb8" /><Relationship Type="http://schemas.openxmlformats.org/officeDocument/2006/relationships/notesSlide" Target="/ppt/notesSlides/notesSlide3.xml" Id="R3766b01224d64e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a0d86d8a204db1" /><Relationship Type="http://schemas.openxmlformats.org/officeDocument/2006/relationships/notesSlide" Target="/ppt/notesSlides/notesSlide4.xml" Id="R2ed68d9db8f649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5c007f1cff489f" /><Relationship Type="http://schemas.openxmlformats.org/officeDocument/2006/relationships/notesSlide" Target="/ppt/notesSlides/notesSlide5.xml" Id="R404196f2ad6447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4b3f5fed524cc2" /><Relationship Type="http://schemas.openxmlformats.org/officeDocument/2006/relationships/notesSlide" Target="/ppt/notesSlides/notesSlide6.xml" Id="Raf9c3e6745424e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4a3a447b874274" /><Relationship Type="http://schemas.openxmlformats.org/officeDocument/2006/relationships/notesSlide" Target="/ppt/notesSlides/notesSlide7.xml" Id="R337bc84113f048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75441f09a724d51" /><Relationship Type="http://schemas.openxmlformats.org/officeDocument/2006/relationships/image" Target="/ppt/media/image2.png" Id="R2fdd6a0e2a414b30" /><Relationship Type="http://schemas.openxmlformats.org/officeDocument/2006/relationships/notesSlide" Target="/ppt/notesSlides/notesSlide8.xml" Id="R89ae1483aef94db6" /></Relationships>
</file>

<file path=ppt/slides/slide1.xml><?xml version="1.0" encoding="utf-8"?>
<p:sld xmlns:p="http://schemas.openxmlformats.org/presentationml/2006/main">
  <p:cSld>
    <p:bg>
      <p:bgPr>
        <a:solidFill xmlns:a="http://schemas.openxmlformats.org/drawingml/2006/main">
          <a:srgbClr val="070812"/>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18a2a223e664d89"/>
          <a:srcRect xmlns:a="http://schemas.openxmlformats.org/drawingml/2006/main" l="18343" t="0" r="18343" b="0"/>
          <a:stretch xmlns:a="http://schemas.openxmlformats.org/drawingml/2006/main">
            <a:fillRect l="0" t="0" r="0" b="0"/>
          </a:stretch>
        </p:blipFill>
        <p:spPr>
          <a:xfrm xmlns:a="http://schemas.openxmlformats.org/drawingml/2006/main">
            <a:off x="4476750" y="0"/>
            <a:ext cx="7715250" cy="6858000"/>
          </a:xfrm>
          <a:prstGeom xmlns:a="http://schemas.openxmlformats.org/drawingml/2006/main" prst="rect">
            <a:avLst/>
          </a:prstGeom>
        </p:spPr>
      </p:pic>
      <p:sp>
        <p:nvSpPr>
          <p:cNvPr id="2" name="title-mask">
            <a:extLst xmlns:a="http://schemas.openxmlformats.org/drawingml/2006/main">
              <a:ext uri="{FF2B5EF4-FFF2-40B4-BE49-F238E27FC236}">
                <a16:creationId xmlns:a16="http://schemas.microsoft.com/office/drawing/2014/main" id="{7A09042C-88ED-4629-BD78-A53B2DA4F1E5}"/>
              </a:ext>
            </a:extLst>
          </p:cNvPr>
          <p:cNvSpPr>
            <a:spLocks xmlns:a="http://schemas.openxmlformats.org/drawingml/2006/main" noGrp="1"/>
          </p:cNvSpPr>
          <p:nvPr/>
        </p:nvSpPr>
        <p:spPr>
          <a:xfrm xmlns:a="http://schemas.openxmlformats.org/drawingml/2006/main">
            <a:off x="0" y="0"/>
            <a:ext cx="5476875" cy="6858000"/>
          </a:xfrm>
          <a:prstGeom xmlns:a="http://schemas.openxmlformats.org/drawingml/2006/main" prst="rect">
            <a:avLst/>
          </a:prstGeom>
          <a:solidFill xmlns:a="http://schemas.openxmlformats.org/drawingml/2006/main">
            <a:srgbClr val="070812"/>
          </a:solidFill>
          <a:ln xmlns:a="http://schemas.openxmlformats.org/drawingml/2006/main" w="0">
            <a:noFill/>
            <a:prstDash val="solid"/>
          </a:ln>
        </p:spPr>
      </p:sp>
      <p:sp>
        <p:nvSpPr>
          <p:cNvPr id="3" name="title-top">
            <a:extLst xmlns:a="http://schemas.openxmlformats.org/drawingml/2006/main">
              <a:ext uri="{FF2B5EF4-FFF2-40B4-BE49-F238E27FC236}">
                <a16:creationId xmlns:a16="http://schemas.microsoft.com/office/drawing/2014/main" id="{A8121A97-F11B-44B3-80CF-77E61E4A8FEE}"/>
              </a:ext>
            </a:extLst>
          </p:cNvPr>
          <p:cNvSpPr>
            <a:spLocks xmlns:a="http://schemas.openxmlformats.org/drawingml/2006/main" noGrp="1"/>
          </p:cNvSpPr>
          <p:nvPr/>
        </p:nvSpPr>
        <p:spPr>
          <a:xfrm xmlns:a="http://schemas.openxmlformats.org/drawingml/2006/main">
            <a:off x="0" y="0"/>
            <a:ext cx="3333750" cy="209550"/>
          </a:xfrm>
          <a:prstGeom xmlns:a="http://schemas.openxmlformats.org/drawingml/2006/main" prst="roundRect">
            <a:avLst>
              <a:gd name="adj" fmla="val 50000"/>
            </a:avLst>
          </a:prstGeom>
          <a:solidFill xmlns:a="http://schemas.openxmlformats.org/drawingml/2006/main">
            <a:srgbClr val="F5A43A"/>
          </a:solidFill>
          <a:ln xmlns:a="http://schemas.openxmlformats.org/drawingml/2006/main" w="0">
            <a:noFill/>
            <a:prstDash val="solid"/>
          </a:ln>
        </p:spPr>
      </p:sp>
      <p:sp>
        <p:nvSpPr>
          <p:cNvPr id="4" name="title-top-2">
            <a:extLst xmlns:a="http://schemas.openxmlformats.org/drawingml/2006/main">
              <a:ext uri="{FF2B5EF4-FFF2-40B4-BE49-F238E27FC236}">
                <a16:creationId xmlns:a16="http://schemas.microsoft.com/office/drawing/2014/main" id="{EEF16D78-1B9A-4BE3-9D9B-CF9E5EC6395E}"/>
              </a:ext>
            </a:extLst>
          </p:cNvPr>
          <p:cNvSpPr>
            <a:spLocks xmlns:a="http://schemas.openxmlformats.org/drawingml/2006/main" noGrp="1"/>
          </p:cNvSpPr>
          <p:nvPr/>
        </p:nvSpPr>
        <p:spPr>
          <a:xfrm xmlns:a="http://schemas.openxmlformats.org/drawingml/2006/main">
            <a:off x="3448050" y="0"/>
            <a:ext cx="1714500" cy="209550"/>
          </a:xfrm>
          <a:prstGeom xmlns:a="http://schemas.openxmlformats.org/drawingml/2006/main" prst="roundRect">
            <a:avLst>
              <a:gd name="adj" fmla="val 50000"/>
            </a:avLst>
          </a:prstGeom>
          <a:solidFill xmlns:a="http://schemas.openxmlformats.org/drawingml/2006/main">
            <a:srgbClr val="C94688"/>
          </a:solidFill>
          <a:ln xmlns:a="http://schemas.openxmlformats.org/drawingml/2006/main" w="0">
            <a:noFill/>
            <a:prstDash val="solid"/>
          </a:ln>
        </p:spPr>
      </p:sp>
      <p:sp>
        <p:nvSpPr>
          <p:cNvPr id="5" name="title-rail">
            <a:extLst xmlns:a="http://schemas.openxmlformats.org/drawingml/2006/main">
              <a:ext uri="{FF2B5EF4-FFF2-40B4-BE49-F238E27FC236}">
                <a16:creationId xmlns:a16="http://schemas.microsoft.com/office/drawing/2014/main" id="{BB976C77-B579-4B13-982F-EE8D9496A77E}"/>
              </a:ext>
            </a:extLst>
          </p:cNvPr>
          <p:cNvSpPr>
            <a:spLocks xmlns:a="http://schemas.openxmlformats.org/drawingml/2006/main" noGrp="1"/>
          </p:cNvSpPr>
          <p:nvPr/>
        </p:nvSpPr>
        <p:spPr>
          <a:xfrm xmlns:a="http://schemas.openxmlformats.org/drawingml/2006/main">
            <a:off x="0" y="400050"/>
            <a:ext cx="266700" cy="5334000"/>
          </a:xfrm>
          <a:prstGeom xmlns:a="http://schemas.openxmlformats.org/drawingml/2006/main" prst="roundRect">
            <a:avLst>
              <a:gd name="adj" fmla="val 50000"/>
            </a:avLst>
          </a:prstGeom>
          <a:solidFill xmlns:a="http://schemas.openxmlformats.org/drawingml/2006/main">
            <a:srgbClr val="D86B33"/>
          </a:solidFill>
          <a:ln xmlns:a="http://schemas.openxmlformats.org/drawingml/2006/main" w="0">
            <a:noFill/>
            <a:prstDash val="solid"/>
          </a:ln>
        </p:spPr>
      </p:sp>
      <p:sp>
        <p:nvSpPr>
          <p:cNvPr id="6" name="title-kicker">
            <a:extLst xmlns:a="http://schemas.openxmlformats.org/drawingml/2006/main">
              <a:ext uri="{FF2B5EF4-FFF2-40B4-BE49-F238E27FC236}">
                <a16:creationId xmlns:a16="http://schemas.microsoft.com/office/drawing/2014/main" id="{C0C75BB9-9AAC-492C-A3C6-7555FAC9C8C9}"/>
              </a:ext>
            </a:extLst>
          </p:cNvPr>
          <p:cNvSpPr>
            <a:spLocks xmlns:a="http://schemas.openxmlformats.org/drawingml/2006/main" noGrp="1"/>
          </p:cNvSpPr>
          <p:nvPr/>
        </p:nvSpPr>
        <p:spPr>
          <a:xfrm xmlns:a="http://schemas.openxmlformats.org/drawingml/2006/main">
            <a:off x="685800" y="8191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5A43A"/>
                </a:solidFill>
              </a:defRPr>
            </a:pPr>
            <a:r>
              <a:rPr sz="1125" b="1">
                <a:solidFill>
                  <a:srgbClr val="F5A43A"/>
                </a:solidFill>
              </a:rPr>
              <a:t>DATAHUB • AGENTS THAT DO REAL WORK</a:t>
            </a:r>
          </a:p>
        </p:txBody>
      </p:sp>
      <p:sp>
        <p:nvSpPr>
          <p:cNvPr id="7" name="title-main">
            <a:extLst xmlns:a="http://schemas.openxmlformats.org/drawingml/2006/main">
              <a:ext uri="{FF2B5EF4-FFF2-40B4-BE49-F238E27FC236}">
                <a16:creationId xmlns:a16="http://schemas.microsoft.com/office/drawing/2014/main" id="{30D623CF-807A-42EB-B677-3E3588F687C0}"/>
              </a:ext>
            </a:extLst>
          </p:cNvPr>
          <p:cNvSpPr>
            <a:spLocks xmlns:a="http://schemas.openxmlformats.org/drawingml/2006/main" noGrp="1"/>
          </p:cNvSpPr>
          <p:nvPr/>
        </p:nvSpPr>
        <p:spPr>
          <a:xfrm xmlns:a="http://schemas.openxmlformats.org/drawingml/2006/main">
            <a:off x="685800" y="1571625"/>
            <a:ext cx="4476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FFF5DC"/>
                </a:solidFill>
              </a:defRPr>
            </a:pPr>
            <a:r>
              <a:rPr sz="4650" b="1">
                <a:solidFill>
                  <a:srgbClr val="FFF5DC"/>
                </a:solidFill>
              </a:rPr>
              <a:t>DecisionGraph</a:t>
            </a:r>
          </a:p>
        </p:txBody>
      </p:sp>
      <p:sp>
        <p:nvSpPr>
          <p:cNvPr id="8" name="title-sub">
            <a:extLst xmlns:a="http://schemas.openxmlformats.org/drawingml/2006/main">
              <a:ext uri="{FF2B5EF4-FFF2-40B4-BE49-F238E27FC236}">
                <a16:creationId xmlns:a16="http://schemas.microsoft.com/office/drawing/2014/main" id="{181379A2-6F4C-4E42-B8CE-2BA7CA584668}"/>
              </a:ext>
            </a:extLst>
          </p:cNvPr>
          <p:cNvSpPr>
            <a:spLocks xmlns:a="http://schemas.openxmlformats.org/drawingml/2006/main" noGrp="1"/>
          </p:cNvSpPr>
          <p:nvPr/>
        </p:nvSpPr>
        <p:spPr>
          <a:xfrm xmlns:a="http://schemas.openxmlformats.org/drawingml/2006/main">
            <a:off x="685800" y="2667000"/>
            <a:ext cx="4095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A98AD4"/>
                </a:solidFill>
              </a:defRPr>
            </a:pPr>
            <a:r>
              <a:rPr sz="2775" b="1">
                <a:solidFill>
                  <a:srgbClr val="A98AD4"/>
                </a:solidFill>
              </a:rPr>
              <a:t>Governed decisions</a:t>
            </a:r>
          </a:p>
          <a:p xmlns:a="http://schemas.openxmlformats.org/drawingml/2006/main">
            <a:pPr algn="l">
              <a:defRPr sz="2775" b="1">
                <a:solidFill>
                  <a:srgbClr val="A98AD4"/>
                </a:solidFill>
              </a:defRPr>
            </a:pPr>
            <a:r>
              <a:rPr sz="2775" b="1">
                <a:solidFill>
                  <a:srgbClr val="A98AD4"/>
                </a:solidFill>
              </a:rPr>
              <a:t>in motion</a:t>
            </a:r>
          </a:p>
        </p:txBody>
      </p:sp>
      <p:sp>
        <p:nvSpPr>
          <p:cNvPr id="9" name="title-tagline">
            <a:extLst xmlns:a="http://schemas.openxmlformats.org/drawingml/2006/main">
              <a:ext uri="{FF2B5EF4-FFF2-40B4-BE49-F238E27FC236}">
                <a16:creationId xmlns:a16="http://schemas.microsoft.com/office/drawing/2014/main" id="{D839AE61-3466-4BFE-B10F-2742D18D160E}"/>
              </a:ext>
            </a:extLst>
          </p:cNvPr>
          <p:cNvSpPr>
            <a:spLocks xmlns:a="http://schemas.openxmlformats.org/drawingml/2006/main" noGrp="1"/>
          </p:cNvSpPr>
          <p:nvPr/>
        </p:nvSpPr>
        <p:spPr>
          <a:xfrm xmlns:a="http://schemas.openxmlformats.org/drawingml/2006/main">
            <a:off x="685800" y="43243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B8AEC5"/>
                </a:solidFill>
              </a:defRPr>
            </a:pPr>
            <a:r>
              <a:rPr sz="1500" b="0">
                <a:solidFill>
                  <a:srgbClr val="B8AEC5"/>
                </a:solidFill>
              </a:rPr>
              <a:t>Evidence in. Approval gated. Traceability out.</a:t>
            </a:r>
          </a:p>
        </p:txBody>
      </p:sp>
      <p:sp>
        <p:nvSpPr>
          <p:cNvPr id="10" name="title-status-shape">
            <a:extLst xmlns:a="http://schemas.openxmlformats.org/drawingml/2006/main">
              <a:ext uri="{FF2B5EF4-FFF2-40B4-BE49-F238E27FC236}">
                <a16:creationId xmlns:a16="http://schemas.microsoft.com/office/drawing/2014/main" id="{60E99F14-7A2D-480E-8D2D-0AD6E8B59152}"/>
              </a:ext>
            </a:extLst>
          </p:cNvPr>
          <p:cNvSpPr>
            <a:spLocks xmlns:a="http://schemas.openxmlformats.org/drawingml/2006/main" noGrp="1"/>
          </p:cNvSpPr>
          <p:nvPr/>
        </p:nvSpPr>
        <p:spPr>
          <a:xfrm xmlns:a="http://schemas.openxmlformats.org/drawingml/2006/main">
            <a:off x="685800" y="5410200"/>
            <a:ext cx="1962150" cy="495300"/>
          </a:xfrm>
          <a:prstGeom xmlns:a="http://schemas.openxmlformats.org/drawingml/2006/main" prst="roundRect">
            <a:avLst>
              <a:gd name="adj" fmla="val 50000"/>
            </a:avLst>
          </a:prstGeom>
          <a:solidFill xmlns:a="http://schemas.openxmlformats.org/drawingml/2006/main">
            <a:srgbClr val="7AC7A7"/>
          </a:solidFill>
          <a:ln xmlns:a="http://schemas.openxmlformats.org/drawingml/2006/main" w="0">
            <a:noFill/>
            <a:prstDash val="solid"/>
          </a:ln>
        </p:spPr>
      </p:sp>
      <p:sp>
        <p:nvSpPr>
          <p:cNvPr id="11" name="title-status-label">
            <a:extLst xmlns:a="http://schemas.openxmlformats.org/drawingml/2006/main">
              <a:ext uri="{FF2B5EF4-FFF2-40B4-BE49-F238E27FC236}">
                <a16:creationId xmlns:a16="http://schemas.microsoft.com/office/drawing/2014/main" id="{CFE5F4F7-3BC6-4D1E-A3E6-C9028355DBA3}"/>
              </a:ext>
            </a:extLst>
          </p:cNvPr>
          <p:cNvSpPr>
            <a:spLocks xmlns:a="http://schemas.openxmlformats.org/drawingml/2006/main" noGrp="1"/>
          </p:cNvSpPr>
          <p:nvPr/>
        </p:nvSpPr>
        <p:spPr>
          <a:xfrm xmlns:a="http://schemas.openxmlformats.org/drawingml/2006/main">
            <a:off x="800100" y="5534025"/>
            <a:ext cx="1733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70812"/>
                </a:solidFill>
              </a:defRPr>
            </a:pPr>
            <a:r>
              <a:rPr sz="1350" b="1">
                <a:solidFill>
                  <a:srgbClr val="070812"/>
                </a:solidFill>
              </a:rPr>
              <a:t>LIVE PROTOTYPE</a:t>
            </a:r>
          </a:p>
        </p:txBody>
      </p:sp>
    </p:spTree>
    <p:extLst>
      <p:ext uri="{BB962C8B-B14F-4D97-AF65-F5344CB8AC3E}">
        <p14:creationId xmlns:p14="http://schemas.microsoft.com/office/powerpoint/2010/main" val="1678366002"/>
      </p:ext>
    </p:extLst>
  </p:cSld>
</p:sld>
</file>

<file path=ppt/slides/slide2.xml><?xml version="1.0" encoding="utf-8"?>
<p:sld xmlns:p="http://schemas.openxmlformats.org/presentationml/2006/main">
  <p:cSld>
    <p:bg>
      <p:bgPr>
        <a:solidFill xmlns:a="http://schemas.openxmlformats.org/drawingml/2006/main">
          <a:srgbClr val="070812"/>
        </a:solidFill>
      </p:bgPr>
    </p:bg>
    <p:spTree>
      <p:nvGrpSpPr>
        <p:cNvPr id="1" name=""/>
        <p:cNvGrpSpPr/>
        <p:nvPr/>
      </p:nvGrpSpPr>
      <p:grpSpPr>
        <a:xfrm xmlns:a="http://schemas.openxmlformats.org/drawingml/2006/main"/>
      </p:grpSpPr>
      <p:sp>
        <p:nvSpPr>
          <p:cNvPr id="23" name="top-amber-2">
            <a:extLst xmlns:a="http://schemas.openxmlformats.org/drawingml/2006/main">
              <a:ext uri="{FF2B5EF4-FFF2-40B4-BE49-F238E27FC236}">
                <a16:creationId xmlns:a16="http://schemas.microsoft.com/office/drawing/2014/main" id="{BD531C89-865B-4437-BECD-FE83DFC2AC6C}"/>
              </a:ext>
            </a:extLst>
          </p:cNvPr>
          <p:cNvSpPr>
            <a:spLocks xmlns:a="http://schemas.openxmlformats.org/drawingml/2006/main" noGrp="1"/>
          </p:cNvSpPr>
          <p:nvPr/>
        </p:nvSpPr>
        <p:spPr>
          <a:xfrm xmlns:a="http://schemas.openxmlformats.org/drawingml/2006/main">
            <a:off x="0" y="0"/>
            <a:ext cx="5334000" cy="171450"/>
          </a:xfrm>
          <a:prstGeom xmlns:a="http://schemas.openxmlformats.org/drawingml/2006/main" prst="roundRect">
            <a:avLst>
              <a:gd name="adj" fmla="val 50000"/>
            </a:avLst>
          </a:prstGeom>
          <a:solidFill xmlns:a="http://schemas.openxmlformats.org/drawingml/2006/main">
            <a:srgbClr val="F5A43A"/>
          </a:solidFill>
          <a:ln xmlns:a="http://schemas.openxmlformats.org/drawingml/2006/main" w="0">
            <a:noFill/>
            <a:prstDash val="solid"/>
          </a:ln>
        </p:spPr>
      </p:sp>
      <p:sp>
        <p:nvSpPr>
          <p:cNvPr id="2" name="top-coral-2">
            <a:extLst xmlns:a="http://schemas.openxmlformats.org/drawingml/2006/main">
              <a:ext uri="{FF2B5EF4-FFF2-40B4-BE49-F238E27FC236}">
                <a16:creationId xmlns:a16="http://schemas.microsoft.com/office/drawing/2014/main" id="{128C772F-0CD4-494C-90E5-0C8833043AA9}"/>
              </a:ext>
            </a:extLst>
          </p:cNvPr>
          <p:cNvSpPr>
            <a:spLocks xmlns:a="http://schemas.openxmlformats.org/drawingml/2006/main" noGrp="1"/>
          </p:cNvSpPr>
          <p:nvPr/>
        </p:nvSpPr>
        <p:spPr>
          <a:xfrm xmlns:a="http://schemas.openxmlformats.org/drawingml/2006/main">
            <a:off x="5448300" y="0"/>
            <a:ext cx="2438400" cy="171450"/>
          </a:xfrm>
          <a:prstGeom xmlns:a="http://schemas.openxmlformats.org/drawingml/2006/main" prst="roundRect">
            <a:avLst>
              <a:gd name="adj" fmla="val 50000"/>
            </a:avLst>
          </a:prstGeom>
          <a:solidFill xmlns:a="http://schemas.openxmlformats.org/drawingml/2006/main">
            <a:srgbClr val="E77C73"/>
          </a:solidFill>
          <a:ln xmlns:a="http://schemas.openxmlformats.org/drawingml/2006/main" w="0">
            <a:noFill/>
            <a:prstDash val="solid"/>
          </a:ln>
        </p:spPr>
      </p:sp>
      <p:sp>
        <p:nvSpPr>
          <p:cNvPr id="3" name="top-lavender-2">
            <a:extLst xmlns:a="http://schemas.openxmlformats.org/drawingml/2006/main">
              <a:ext uri="{FF2B5EF4-FFF2-40B4-BE49-F238E27FC236}">
                <a16:creationId xmlns:a16="http://schemas.microsoft.com/office/drawing/2014/main" id="{475357F8-CF2F-4DF6-9B40-FE37BFC54C7F}"/>
              </a:ext>
            </a:extLst>
          </p:cNvPr>
          <p:cNvSpPr>
            <a:spLocks xmlns:a="http://schemas.openxmlformats.org/drawingml/2006/main" noGrp="1"/>
          </p:cNvSpPr>
          <p:nvPr/>
        </p:nvSpPr>
        <p:spPr>
          <a:xfrm xmlns:a="http://schemas.openxmlformats.org/drawingml/2006/main">
            <a:off x="8001000" y="0"/>
            <a:ext cx="4191000" cy="171450"/>
          </a:xfrm>
          <a:prstGeom xmlns:a="http://schemas.openxmlformats.org/drawingml/2006/main" prst="roundRect">
            <a:avLst>
              <a:gd name="adj" fmla="val 50000"/>
            </a:avLst>
          </a:prstGeom>
          <a:solidFill xmlns:a="http://schemas.openxmlformats.org/drawingml/2006/main">
            <a:srgbClr val="A98AD4"/>
          </a:solidFill>
          <a:ln xmlns:a="http://schemas.openxmlformats.org/drawingml/2006/main" w="0">
            <a:noFill/>
            <a:prstDash val="solid"/>
          </a:ln>
        </p:spPr>
      </p:sp>
      <p:sp>
        <p:nvSpPr>
          <p:cNvPr id="4" name="left-rail-2">
            <a:extLst xmlns:a="http://schemas.openxmlformats.org/drawingml/2006/main">
              <a:ext uri="{FF2B5EF4-FFF2-40B4-BE49-F238E27FC236}">
                <a16:creationId xmlns:a16="http://schemas.microsoft.com/office/drawing/2014/main" id="{E33A824D-490A-4C39-BF91-D1FFD1A697C1}"/>
              </a:ext>
            </a:extLst>
          </p:cNvPr>
          <p:cNvSpPr>
            <a:spLocks xmlns:a="http://schemas.openxmlformats.org/drawingml/2006/main" noGrp="1"/>
          </p:cNvSpPr>
          <p:nvPr/>
        </p:nvSpPr>
        <p:spPr>
          <a:xfrm xmlns:a="http://schemas.openxmlformats.org/drawingml/2006/main">
            <a:off x="0" y="304800"/>
            <a:ext cx="228600" cy="5867400"/>
          </a:xfrm>
          <a:prstGeom xmlns:a="http://schemas.openxmlformats.org/drawingml/2006/main" prst="roundRect">
            <a:avLst>
              <a:gd name="adj" fmla="val 50000"/>
            </a:avLst>
          </a:prstGeom>
          <a:solidFill xmlns:a="http://schemas.openxmlformats.org/drawingml/2006/main">
            <a:srgbClr val="D86B33"/>
          </a:solidFill>
          <a:ln xmlns:a="http://schemas.openxmlformats.org/drawingml/2006/main" w="0">
            <a:noFill/>
            <a:prstDash val="solid"/>
          </a:ln>
        </p:spPr>
      </p:sp>
      <p:sp>
        <p:nvSpPr>
          <p:cNvPr id="5" name="left-foot-2">
            <a:extLst xmlns:a="http://schemas.openxmlformats.org/drawingml/2006/main">
              <a:ext uri="{FF2B5EF4-FFF2-40B4-BE49-F238E27FC236}">
                <a16:creationId xmlns:a16="http://schemas.microsoft.com/office/drawing/2014/main" id="{F950587C-3A7C-47B4-8A5D-0933C254AAAB}"/>
              </a:ext>
            </a:extLst>
          </p:cNvPr>
          <p:cNvSpPr>
            <a:spLocks xmlns:a="http://schemas.openxmlformats.org/drawingml/2006/main" noGrp="1"/>
          </p:cNvSpPr>
          <p:nvPr/>
        </p:nvSpPr>
        <p:spPr>
          <a:xfrm xmlns:a="http://schemas.openxmlformats.org/drawingml/2006/main">
            <a:off x="0" y="6286500"/>
            <a:ext cx="1714500" cy="571500"/>
          </a:xfrm>
          <a:prstGeom xmlns:a="http://schemas.openxmlformats.org/drawingml/2006/main" prst="roundRect">
            <a:avLst>
              <a:gd name="adj" fmla="val 40000"/>
            </a:avLst>
          </a:prstGeom>
          <a:solidFill xmlns:a="http://schemas.openxmlformats.org/drawingml/2006/main">
            <a:srgbClr val="C94688"/>
          </a:solidFill>
          <a:ln xmlns:a="http://schemas.openxmlformats.org/drawingml/2006/main" w="0">
            <a:noFill/>
            <a:prstDash val="solid"/>
          </a:ln>
        </p:spPr>
      </p:sp>
      <p:sp>
        <p:nvSpPr>
          <p:cNvPr id="6" name="section-2">
            <a:extLst xmlns:a="http://schemas.openxmlformats.org/drawingml/2006/main">
              <a:ext uri="{FF2B5EF4-FFF2-40B4-BE49-F238E27FC236}">
                <a16:creationId xmlns:a16="http://schemas.microsoft.com/office/drawing/2014/main" id="{F80616A5-016F-4E0F-AA8B-0C132842AC41}"/>
              </a:ext>
            </a:extLst>
          </p:cNvPr>
          <p:cNvSpPr>
            <a:spLocks xmlns:a="http://schemas.openxmlformats.org/drawingml/2006/main" noGrp="1"/>
          </p:cNvSpPr>
          <p:nvPr/>
        </p:nvSpPr>
        <p:spPr>
          <a:xfrm xmlns:a="http://schemas.openxmlformats.org/drawingml/2006/main">
            <a:off x="476250" y="3810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5A43A"/>
                </a:solidFill>
              </a:defRPr>
            </a:pPr>
            <a:r>
              <a:rPr sz="975" b="1">
                <a:solidFill>
                  <a:srgbClr val="F5A43A"/>
                </a:solidFill>
              </a:rPr>
              <a:t>PROBLEM</a:t>
            </a:r>
          </a:p>
        </p:txBody>
      </p:sp>
      <p:sp>
        <p:nvSpPr>
          <p:cNvPr id="7" name="page-2">
            <a:extLst xmlns:a="http://schemas.openxmlformats.org/drawingml/2006/main">
              <a:ext uri="{FF2B5EF4-FFF2-40B4-BE49-F238E27FC236}">
                <a16:creationId xmlns:a16="http://schemas.microsoft.com/office/drawing/2014/main" id="{2B3BE444-007D-4D5C-AAF2-8B64BF30BD94}"/>
              </a:ext>
            </a:extLst>
          </p:cNvPr>
          <p:cNvSpPr>
            <a:spLocks xmlns:a="http://schemas.openxmlformats.org/drawingml/2006/main" noGrp="1"/>
          </p:cNvSpPr>
          <p:nvPr/>
        </p:nvSpPr>
        <p:spPr>
          <a:xfrm xmlns:a="http://schemas.openxmlformats.org/drawingml/2006/main">
            <a:off x="11277600" y="63627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B8AEC5"/>
                </a:solidFill>
              </a:defRPr>
            </a:pPr>
            <a:r>
              <a:rPr sz="975" b="1">
                <a:solidFill>
                  <a:srgbClr val="B8AEC5"/>
                </a:solidFill>
              </a:rPr>
              <a:t>02</a:t>
            </a:r>
          </a:p>
        </p:txBody>
      </p:sp>
      <p:sp>
        <p:nvSpPr>
          <p:cNvPr id="8" name="title-2">
            <a:extLst xmlns:a="http://schemas.openxmlformats.org/drawingml/2006/main">
              <a:ext uri="{FF2B5EF4-FFF2-40B4-BE49-F238E27FC236}">
                <a16:creationId xmlns:a16="http://schemas.microsoft.com/office/drawing/2014/main" id="{5135CC34-C926-43F2-97D3-113E1F14535B}"/>
              </a:ext>
            </a:extLst>
          </p:cNvPr>
          <p:cNvSpPr>
            <a:spLocks xmlns:a="http://schemas.openxmlformats.org/drawingml/2006/main" noGrp="1"/>
          </p:cNvSpPr>
          <p:nvPr/>
        </p:nvSpPr>
        <p:spPr>
          <a:xfrm xmlns:a="http://schemas.openxmlformats.org/drawingml/2006/main">
            <a:off x="685800" y="7429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5DC"/>
                </a:solidFill>
              </a:defRPr>
            </a:pPr>
            <a:r>
              <a:rPr sz="3300" b="1">
                <a:solidFill>
                  <a:srgbClr val="FFF5DC"/>
                </a:solidFill>
              </a:rPr>
              <a:t>AI can recommend. Governance must remember why.</a:t>
            </a:r>
          </a:p>
        </p:txBody>
      </p:sp>
      <p:sp>
        <p:nvSpPr>
          <p:cNvPr id="9" name="subtitle-2">
            <a:extLst xmlns:a="http://schemas.openxmlformats.org/drawingml/2006/main">
              <a:ext uri="{FF2B5EF4-FFF2-40B4-BE49-F238E27FC236}">
                <a16:creationId xmlns:a16="http://schemas.microsoft.com/office/drawing/2014/main" id="{493FA0F1-638F-4B11-9551-6D996F80FA6A}"/>
              </a:ext>
            </a:extLst>
          </p:cNvPr>
          <p:cNvSpPr>
            <a:spLocks xmlns:a="http://schemas.openxmlformats.org/drawingml/2006/main" noGrp="1"/>
          </p:cNvSpPr>
          <p:nvPr/>
        </p:nvSpPr>
        <p:spPr>
          <a:xfrm xmlns:a="http://schemas.openxmlformats.org/drawingml/2006/main">
            <a:off x="685800" y="1428750"/>
            <a:ext cx="1009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AEC5"/>
                </a:solidFill>
              </a:defRPr>
            </a:pPr>
            <a:r>
              <a:rPr sz="1650" b="0">
                <a:solidFill>
                  <a:srgbClr val="B8AEC5"/>
                </a:solidFill>
              </a:rPr>
              <a:t>The missing layer is a durable decision record.</a:t>
            </a:r>
          </a:p>
        </p:txBody>
      </p:sp>
      <p:sp>
        <p:nvSpPr>
          <p:cNvPr id="10" name="problem-question">
            <a:extLst xmlns:a="http://schemas.openxmlformats.org/drawingml/2006/main">
              <a:ext uri="{FF2B5EF4-FFF2-40B4-BE49-F238E27FC236}">
                <a16:creationId xmlns:a16="http://schemas.microsoft.com/office/drawing/2014/main" id="{EFA59CB2-D2DE-4178-9766-A8EFD3BF7AAF}"/>
              </a:ext>
            </a:extLst>
          </p:cNvPr>
          <p:cNvSpPr>
            <a:spLocks xmlns:a="http://schemas.openxmlformats.org/drawingml/2006/main" noGrp="1"/>
          </p:cNvSpPr>
          <p:nvPr/>
        </p:nvSpPr>
        <p:spPr>
          <a:xfrm xmlns:a="http://schemas.openxmlformats.org/drawingml/2006/main">
            <a:off x="742950" y="21907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5A43A"/>
                </a:solidFill>
              </a:defRPr>
            </a:pPr>
            <a:r>
              <a:rPr sz="1950" b="1">
                <a:solidFill>
                  <a:srgbClr val="F5A43A"/>
                </a:solidFill>
              </a:rPr>
              <a:t>Can we prove…</a:t>
            </a:r>
          </a:p>
        </p:txBody>
      </p:sp>
      <p:sp>
        <p:nvSpPr>
          <p:cNvPr id="11" name="problem-n-0">
            <a:extLst xmlns:a="http://schemas.openxmlformats.org/drawingml/2006/main">
              <a:ext uri="{FF2B5EF4-FFF2-40B4-BE49-F238E27FC236}">
                <a16:creationId xmlns:a16="http://schemas.microsoft.com/office/drawing/2014/main" id="{AA42B113-6C9B-47CE-A824-EAC4655BC8A6}"/>
              </a:ext>
            </a:extLst>
          </p:cNvPr>
          <p:cNvSpPr>
            <a:spLocks xmlns:a="http://schemas.openxmlformats.org/drawingml/2006/main" noGrp="1"/>
          </p:cNvSpPr>
          <p:nvPr/>
        </p:nvSpPr>
        <p:spPr>
          <a:xfrm xmlns:a="http://schemas.openxmlformats.org/drawingml/2006/main">
            <a:off x="781050" y="28194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E77C73"/>
                </a:solidFill>
              </a:defRPr>
            </a:pPr>
            <a:r>
              <a:rPr sz="1500" b="1">
                <a:solidFill>
                  <a:srgbClr val="E77C73"/>
                </a:solidFill>
              </a:rPr>
              <a:t>01</a:t>
            </a:r>
          </a:p>
        </p:txBody>
      </p:sp>
      <p:sp>
        <p:nvSpPr>
          <p:cNvPr id="12" name="problem-rule-0">
            <a:extLst xmlns:a="http://schemas.openxmlformats.org/drawingml/2006/main">
              <a:ext uri="{FF2B5EF4-FFF2-40B4-BE49-F238E27FC236}">
                <a16:creationId xmlns:a16="http://schemas.microsoft.com/office/drawing/2014/main" id="{137223AA-2C6C-4A35-B956-FFA2325DFFEA}"/>
              </a:ext>
            </a:extLst>
          </p:cNvPr>
          <p:cNvSpPr>
            <a:spLocks xmlns:a="http://schemas.openxmlformats.org/drawingml/2006/main" noGrp="1"/>
          </p:cNvSpPr>
          <p:nvPr/>
        </p:nvSpPr>
        <p:spPr>
          <a:xfrm xmlns:a="http://schemas.openxmlformats.org/drawingml/2006/main">
            <a:off x="1352550" y="2933700"/>
            <a:ext cx="533400" cy="47625"/>
          </a:xfrm>
          <a:prstGeom xmlns:a="http://schemas.openxmlformats.org/drawingml/2006/main" prst="roundRect">
            <a:avLst>
              <a:gd name="adj" fmla="val 40000"/>
            </a:avLst>
          </a:prstGeom>
          <a:solidFill xmlns:a="http://schemas.openxmlformats.org/drawingml/2006/main">
            <a:srgbClr val="E77C73"/>
          </a:solidFill>
          <a:ln xmlns:a="http://schemas.openxmlformats.org/drawingml/2006/main" w="0">
            <a:noFill/>
            <a:prstDash val="solid"/>
          </a:ln>
        </p:spPr>
      </p:sp>
      <p:sp>
        <p:nvSpPr>
          <p:cNvPr id="13" name="problem-label-0">
            <a:extLst xmlns:a="http://schemas.openxmlformats.org/drawingml/2006/main">
              <a:ext uri="{FF2B5EF4-FFF2-40B4-BE49-F238E27FC236}">
                <a16:creationId xmlns:a16="http://schemas.microsoft.com/office/drawing/2014/main" id="{BBCC8DC2-BC0C-459A-A394-FBA9FACA72D3}"/>
              </a:ext>
            </a:extLst>
          </p:cNvPr>
          <p:cNvSpPr>
            <a:spLocks xmlns:a="http://schemas.openxmlformats.org/drawingml/2006/main" noGrp="1"/>
          </p:cNvSpPr>
          <p:nvPr/>
        </p:nvSpPr>
        <p:spPr>
          <a:xfrm xmlns:a="http://schemas.openxmlformats.org/drawingml/2006/main">
            <a:off x="2133600" y="2762250"/>
            <a:ext cx="819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FFF5DC"/>
                </a:solidFill>
              </a:defRPr>
            </a:pPr>
            <a:r>
              <a:rPr sz="1800" b="0">
                <a:solidFill>
                  <a:srgbClr val="FFF5DC"/>
                </a:solidFill>
              </a:rPr>
              <a:t>which governed data shaped the recommendation?</a:t>
            </a:r>
          </a:p>
        </p:txBody>
      </p:sp>
      <p:sp>
        <p:nvSpPr>
          <p:cNvPr id="14" name="problem-n-1">
            <a:extLst xmlns:a="http://schemas.openxmlformats.org/drawingml/2006/main">
              <a:ext uri="{FF2B5EF4-FFF2-40B4-BE49-F238E27FC236}">
                <a16:creationId xmlns:a16="http://schemas.microsoft.com/office/drawing/2014/main" id="{DF2731E0-6027-4231-ACCC-4173B68FA573}"/>
              </a:ext>
            </a:extLst>
          </p:cNvPr>
          <p:cNvSpPr>
            <a:spLocks xmlns:a="http://schemas.openxmlformats.org/drawingml/2006/main" noGrp="1"/>
          </p:cNvSpPr>
          <p:nvPr/>
        </p:nvSpPr>
        <p:spPr>
          <a:xfrm xmlns:a="http://schemas.openxmlformats.org/drawingml/2006/main">
            <a:off x="781050" y="35433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A98AD4"/>
                </a:solidFill>
              </a:defRPr>
            </a:pPr>
            <a:r>
              <a:rPr sz="1500" b="1">
                <a:solidFill>
                  <a:srgbClr val="A98AD4"/>
                </a:solidFill>
              </a:rPr>
              <a:t>02</a:t>
            </a:r>
          </a:p>
        </p:txBody>
      </p:sp>
      <p:sp>
        <p:nvSpPr>
          <p:cNvPr id="15" name="problem-rule-1">
            <a:extLst xmlns:a="http://schemas.openxmlformats.org/drawingml/2006/main">
              <a:ext uri="{FF2B5EF4-FFF2-40B4-BE49-F238E27FC236}">
                <a16:creationId xmlns:a16="http://schemas.microsoft.com/office/drawing/2014/main" id="{02A4B178-9838-4F63-A37B-C08A53FF8D56}"/>
              </a:ext>
            </a:extLst>
          </p:cNvPr>
          <p:cNvSpPr>
            <a:spLocks xmlns:a="http://schemas.openxmlformats.org/drawingml/2006/main" noGrp="1"/>
          </p:cNvSpPr>
          <p:nvPr/>
        </p:nvSpPr>
        <p:spPr>
          <a:xfrm xmlns:a="http://schemas.openxmlformats.org/drawingml/2006/main">
            <a:off x="1352550" y="3657600"/>
            <a:ext cx="533400" cy="47625"/>
          </a:xfrm>
          <a:prstGeom xmlns:a="http://schemas.openxmlformats.org/drawingml/2006/main" prst="roundRect">
            <a:avLst>
              <a:gd name="adj" fmla="val 40000"/>
            </a:avLst>
          </a:prstGeom>
          <a:solidFill xmlns:a="http://schemas.openxmlformats.org/drawingml/2006/main">
            <a:srgbClr val="A98AD4"/>
          </a:solidFill>
          <a:ln xmlns:a="http://schemas.openxmlformats.org/drawingml/2006/main" w="0">
            <a:noFill/>
            <a:prstDash val="solid"/>
          </a:ln>
        </p:spPr>
      </p:sp>
      <p:sp>
        <p:nvSpPr>
          <p:cNvPr id="16" name="problem-label-1">
            <a:extLst xmlns:a="http://schemas.openxmlformats.org/drawingml/2006/main">
              <a:ext uri="{FF2B5EF4-FFF2-40B4-BE49-F238E27FC236}">
                <a16:creationId xmlns:a16="http://schemas.microsoft.com/office/drawing/2014/main" id="{F2F79FB3-490F-4BDF-B5DD-11B98EA1B8DF}"/>
              </a:ext>
            </a:extLst>
          </p:cNvPr>
          <p:cNvSpPr>
            <a:spLocks xmlns:a="http://schemas.openxmlformats.org/drawingml/2006/main" noGrp="1"/>
          </p:cNvSpPr>
          <p:nvPr/>
        </p:nvSpPr>
        <p:spPr>
          <a:xfrm xmlns:a="http://schemas.openxmlformats.org/drawingml/2006/main">
            <a:off x="2133600" y="3486150"/>
            <a:ext cx="819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FFF5DC"/>
                </a:solidFill>
              </a:defRPr>
            </a:pPr>
            <a:r>
              <a:rPr sz="1800" b="0">
                <a:solidFill>
                  <a:srgbClr val="FFF5DC"/>
                </a:solidFill>
              </a:rPr>
              <a:t>who approved it before execution?</a:t>
            </a:r>
          </a:p>
        </p:txBody>
      </p:sp>
      <p:sp>
        <p:nvSpPr>
          <p:cNvPr id="17" name="problem-n-2">
            <a:extLst xmlns:a="http://schemas.openxmlformats.org/drawingml/2006/main">
              <a:ext uri="{FF2B5EF4-FFF2-40B4-BE49-F238E27FC236}">
                <a16:creationId xmlns:a16="http://schemas.microsoft.com/office/drawing/2014/main" id="{227D6540-798C-403C-8D14-508F831CC22B}"/>
              </a:ext>
            </a:extLst>
          </p:cNvPr>
          <p:cNvSpPr>
            <a:spLocks xmlns:a="http://schemas.openxmlformats.org/drawingml/2006/main" noGrp="1"/>
          </p:cNvSpPr>
          <p:nvPr/>
        </p:nvSpPr>
        <p:spPr>
          <a:xfrm xmlns:a="http://schemas.openxmlformats.org/drawingml/2006/main">
            <a:off x="781050" y="42672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2C4D4"/>
                </a:solidFill>
              </a:defRPr>
            </a:pPr>
            <a:r>
              <a:rPr sz="1500" b="1">
                <a:solidFill>
                  <a:srgbClr val="62C4D4"/>
                </a:solidFill>
              </a:rPr>
              <a:t>03</a:t>
            </a:r>
          </a:p>
        </p:txBody>
      </p:sp>
      <p:sp>
        <p:nvSpPr>
          <p:cNvPr id="18" name="problem-rule-2">
            <a:extLst xmlns:a="http://schemas.openxmlformats.org/drawingml/2006/main">
              <a:ext uri="{FF2B5EF4-FFF2-40B4-BE49-F238E27FC236}">
                <a16:creationId xmlns:a16="http://schemas.microsoft.com/office/drawing/2014/main" id="{10C19277-EE3E-45A0-AECE-63CBD1C4F3AE}"/>
              </a:ext>
            </a:extLst>
          </p:cNvPr>
          <p:cNvSpPr>
            <a:spLocks xmlns:a="http://schemas.openxmlformats.org/drawingml/2006/main" noGrp="1"/>
          </p:cNvSpPr>
          <p:nvPr/>
        </p:nvSpPr>
        <p:spPr>
          <a:xfrm xmlns:a="http://schemas.openxmlformats.org/drawingml/2006/main">
            <a:off x="1352550" y="4381500"/>
            <a:ext cx="533400" cy="47625"/>
          </a:xfrm>
          <a:prstGeom xmlns:a="http://schemas.openxmlformats.org/drawingml/2006/main" prst="roundRect">
            <a:avLst>
              <a:gd name="adj" fmla="val 40000"/>
            </a:avLst>
          </a:prstGeom>
          <a:solidFill xmlns:a="http://schemas.openxmlformats.org/drawingml/2006/main">
            <a:srgbClr val="62C4D4"/>
          </a:solidFill>
          <a:ln xmlns:a="http://schemas.openxmlformats.org/drawingml/2006/main" w="0">
            <a:noFill/>
            <a:prstDash val="solid"/>
          </a:ln>
        </p:spPr>
      </p:sp>
      <p:sp>
        <p:nvSpPr>
          <p:cNvPr id="19" name="problem-label-2">
            <a:extLst xmlns:a="http://schemas.openxmlformats.org/drawingml/2006/main">
              <a:ext uri="{FF2B5EF4-FFF2-40B4-BE49-F238E27FC236}">
                <a16:creationId xmlns:a16="http://schemas.microsoft.com/office/drawing/2014/main" id="{CF675DD4-E448-479F-A063-400C8F928EAF}"/>
              </a:ext>
            </a:extLst>
          </p:cNvPr>
          <p:cNvSpPr>
            <a:spLocks xmlns:a="http://schemas.openxmlformats.org/drawingml/2006/main" noGrp="1"/>
          </p:cNvSpPr>
          <p:nvPr/>
        </p:nvSpPr>
        <p:spPr>
          <a:xfrm xmlns:a="http://schemas.openxmlformats.org/drawingml/2006/main">
            <a:off x="2133600" y="4210050"/>
            <a:ext cx="819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FFF5DC"/>
                </a:solidFill>
              </a:defRPr>
            </a:pPr>
            <a:r>
              <a:rPr sz="1800" b="0">
                <a:solidFill>
                  <a:srgbClr val="FFF5DC"/>
                </a:solidFill>
              </a:rPr>
              <a:t>what was written back to the catalog?</a:t>
            </a:r>
          </a:p>
        </p:txBody>
      </p:sp>
      <p:sp>
        <p:nvSpPr>
          <p:cNvPr id="20" name="problem-n-3">
            <a:extLst xmlns:a="http://schemas.openxmlformats.org/drawingml/2006/main">
              <a:ext uri="{FF2B5EF4-FFF2-40B4-BE49-F238E27FC236}">
                <a16:creationId xmlns:a16="http://schemas.microsoft.com/office/drawing/2014/main" id="{9B9D456D-6A27-450A-A6F7-0C61E20EBF10}"/>
              </a:ext>
            </a:extLst>
          </p:cNvPr>
          <p:cNvSpPr>
            <a:spLocks xmlns:a="http://schemas.openxmlformats.org/drawingml/2006/main" noGrp="1"/>
          </p:cNvSpPr>
          <p:nvPr/>
        </p:nvSpPr>
        <p:spPr>
          <a:xfrm xmlns:a="http://schemas.openxmlformats.org/drawingml/2006/main">
            <a:off x="781050" y="49911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94688"/>
                </a:solidFill>
              </a:defRPr>
            </a:pPr>
            <a:r>
              <a:rPr sz="1500" b="1">
                <a:solidFill>
                  <a:srgbClr val="C94688"/>
                </a:solidFill>
              </a:rPr>
              <a:t>04</a:t>
            </a:r>
          </a:p>
        </p:txBody>
      </p:sp>
      <p:sp>
        <p:nvSpPr>
          <p:cNvPr id="21" name="problem-rule-3">
            <a:extLst xmlns:a="http://schemas.openxmlformats.org/drawingml/2006/main">
              <a:ext uri="{FF2B5EF4-FFF2-40B4-BE49-F238E27FC236}">
                <a16:creationId xmlns:a16="http://schemas.microsoft.com/office/drawing/2014/main" id="{B210CD1F-40AF-4CE8-B2B5-D8239A204E88}"/>
              </a:ext>
            </a:extLst>
          </p:cNvPr>
          <p:cNvSpPr>
            <a:spLocks xmlns:a="http://schemas.openxmlformats.org/drawingml/2006/main" noGrp="1"/>
          </p:cNvSpPr>
          <p:nvPr/>
        </p:nvSpPr>
        <p:spPr>
          <a:xfrm xmlns:a="http://schemas.openxmlformats.org/drawingml/2006/main">
            <a:off x="1352550" y="5105400"/>
            <a:ext cx="533400" cy="47625"/>
          </a:xfrm>
          <a:prstGeom xmlns:a="http://schemas.openxmlformats.org/drawingml/2006/main" prst="roundRect">
            <a:avLst>
              <a:gd name="adj" fmla="val 40000"/>
            </a:avLst>
          </a:prstGeom>
          <a:solidFill xmlns:a="http://schemas.openxmlformats.org/drawingml/2006/main">
            <a:srgbClr val="C94688"/>
          </a:solidFill>
          <a:ln xmlns:a="http://schemas.openxmlformats.org/drawingml/2006/main" w="0">
            <a:noFill/>
            <a:prstDash val="solid"/>
          </a:ln>
        </p:spPr>
      </p:sp>
      <p:sp>
        <p:nvSpPr>
          <p:cNvPr id="22" name="problem-label-3">
            <a:extLst xmlns:a="http://schemas.openxmlformats.org/drawingml/2006/main">
              <a:ext uri="{FF2B5EF4-FFF2-40B4-BE49-F238E27FC236}">
                <a16:creationId xmlns:a16="http://schemas.microsoft.com/office/drawing/2014/main" id="{A5B1784E-A728-4959-A3E6-151DD07E0FEA}"/>
              </a:ext>
            </a:extLst>
          </p:cNvPr>
          <p:cNvSpPr>
            <a:spLocks xmlns:a="http://schemas.openxmlformats.org/drawingml/2006/main" noGrp="1"/>
          </p:cNvSpPr>
          <p:nvPr/>
        </p:nvSpPr>
        <p:spPr>
          <a:xfrm xmlns:a="http://schemas.openxmlformats.org/drawingml/2006/main">
            <a:off x="2133600" y="4933950"/>
            <a:ext cx="819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FF5DC"/>
                </a:solidFill>
              </a:defRPr>
            </a:pPr>
            <a:r>
              <a:rPr sz="1800" b="1">
                <a:solidFill>
                  <a:srgbClr val="FFF5DC"/>
                </a:solidFill>
              </a:rPr>
              <a:t>what happens when the evidence changes?</a:t>
            </a:r>
          </a:p>
        </p:txBody>
      </p:sp>
    </p:spTree>
    <p:extLst>
      <p:ext uri="{BB962C8B-B14F-4D97-AF65-F5344CB8AC3E}">
        <p14:creationId xmlns:p14="http://schemas.microsoft.com/office/powerpoint/2010/main" val="1221181687"/>
      </p:ext>
    </p:extLst>
  </p:cSld>
</p:sld>
</file>

<file path=ppt/slides/slide3.xml><?xml version="1.0" encoding="utf-8"?>
<p:sld xmlns:p="http://schemas.openxmlformats.org/presentationml/2006/main">
  <p:cSld>
    <p:bg>
      <p:bgPr>
        <a:solidFill xmlns:a="http://schemas.openxmlformats.org/drawingml/2006/main">
          <a:srgbClr val="070812"/>
        </a:solidFill>
      </p:bgPr>
    </p:bg>
    <p:spTree>
      <p:nvGrpSpPr>
        <p:cNvPr id="1" name=""/>
        <p:cNvGrpSpPr/>
        <p:nvPr/>
      </p:nvGrpSpPr>
      <p:grpSpPr>
        <a:xfrm xmlns:a="http://schemas.openxmlformats.org/drawingml/2006/main"/>
      </p:grpSpPr>
      <p:sp>
        <p:nvSpPr>
          <p:cNvPr id="36" name="top-amber-3">
            <a:extLst xmlns:a="http://schemas.openxmlformats.org/drawingml/2006/main">
              <a:ext uri="{FF2B5EF4-FFF2-40B4-BE49-F238E27FC236}">
                <a16:creationId xmlns:a16="http://schemas.microsoft.com/office/drawing/2014/main" id="{3775AE99-7E19-411A-BCD7-74DCDBB1791A}"/>
              </a:ext>
            </a:extLst>
          </p:cNvPr>
          <p:cNvSpPr>
            <a:spLocks xmlns:a="http://schemas.openxmlformats.org/drawingml/2006/main" noGrp="1"/>
          </p:cNvSpPr>
          <p:nvPr/>
        </p:nvSpPr>
        <p:spPr>
          <a:xfrm xmlns:a="http://schemas.openxmlformats.org/drawingml/2006/main">
            <a:off x="0" y="0"/>
            <a:ext cx="5334000" cy="171450"/>
          </a:xfrm>
          <a:prstGeom xmlns:a="http://schemas.openxmlformats.org/drawingml/2006/main" prst="roundRect">
            <a:avLst>
              <a:gd name="adj" fmla="val 50000"/>
            </a:avLst>
          </a:prstGeom>
          <a:solidFill xmlns:a="http://schemas.openxmlformats.org/drawingml/2006/main">
            <a:srgbClr val="F5A43A"/>
          </a:solidFill>
          <a:ln xmlns:a="http://schemas.openxmlformats.org/drawingml/2006/main" w="0">
            <a:noFill/>
            <a:prstDash val="solid"/>
          </a:ln>
        </p:spPr>
      </p:sp>
      <p:sp>
        <p:nvSpPr>
          <p:cNvPr id="2" name="top-coral-3">
            <a:extLst xmlns:a="http://schemas.openxmlformats.org/drawingml/2006/main">
              <a:ext uri="{FF2B5EF4-FFF2-40B4-BE49-F238E27FC236}">
                <a16:creationId xmlns:a16="http://schemas.microsoft.com/office/drawing/2014/main" id="{ABEC514C-FF83-4748-9378-2EA43B2D3464}"/>
              </a:ext>
            </a:extLst>
          </p:cNvPr>
          <p:cNvSpPr>
            <a:spLocks xmlns:a="http://schemas.openxmlformats.org/drawingml/2006/main" noGrp="1"/>
          </p:cNvSpPr>
          <p:nvPr/>
        </p:nvSpPr>
        <p:spPr>
          <a:xfrm xmlns:a="http://schemas.openxmlformats.org/drawingml/2006/main">
            <a:off x="5448300" y="0"/>
            <a:ext cx="2438400" cy="171450"/>
          </a:xfrm>
          <a:prstGeom xmlns:a="http://schemas.openxmlformats.org/drawingml/2006/main" prst="roundRect">
            <a:avLst>
              <a:gd name="adj" fmla="val 50000"/>
            </a:avLst>
          </a:prstGeom>
          <a:solidFill xmlns:a="http://schemas.openxmlformats.org/drawingml/2006/main">
            <a:srgbClr val="E77C73"/>
          </a:solidFill>
          <a:ln xmlns:a="http://schemas.openxmlformats.org/drawingml/2006/main" w="0">
            <a:noFill/>
            <a:prstDash val="solid"/>
          </a:ln>
        </p:spPr>
      </p:sp>
      <p:sp>
        <p:nvSpPr>
          <p:cNvPr id="3" name="top-lavender-3">
            <a:extLst xmlns:a="http://schemas.openxmlformats.org/drawingml/2006/main">
              <a:ext uri="{FF2B5EF4-FFF2-40B4-BE49-F238E27FC236}">
                <a16:creationId xmlns:a16="http://schemas.microsoft.com/office/drawing/2014/main" id="{07518045-8B80-4AAE-B05C-70F98CAC5E83}"/>
              </a:ext>
            </a:extLst>
          </p:cNvPr>
          <p:cNvSpPr>
            <a:spLocks xmlns:a="http://schemas.openxmlformats.org/drawingml/2006/main" noGrp="1"/>
          </p:cNvSpPr>
          <p:nvPr/>
        </p:nvSpPr>
        <p:spPr>
          <a:xfrm xmlns:a="http://schemas.openxmlformats.org/drawingml/2006/main">
            <a:off x="8001000" y="0"/>
            <a:ext cx="4191000" cy="171450"/>
          </a:xfrm>
          <a:prstGeom xmlns:a="http://schemas.openxmlformats.org/drawingml/2006/main" prst="roundRect">
            <a:avLst>
              <a:gd name="adj" fmla="val 50000"/>
            </a:avLst>
          </a:prstGeom>
          <a:solidFill xmlns:a="http://schemas.openxmlformats.org/drawingml/2006/main">
            <a:srgbClr val="A98AD4"/>
          </a:solidFill>
          <a:ln xmlns:a="http://schemas.openxmlformats.org/drawingml/2006/main" w="0">
            <a:noFill/>
            <a:prstDash val="solid"/>
          </a:ln>
        </p:spPr>
      </p:sp>
      <p:sp>
        <p:nvSpPr>
          <p:cNvPr id="4" name="left-rail-3">
            <a:extLst xmlns:a="http://schemas.openxmlformats.org/drawingml/2006/main">
              <a:ext uri="{FF2B5EF4-FFF2-40B4-BE49-F238E27FC236}">
                <a16:creationId xmlns:a16="http://schemas.microsoft.com/office/drawing/2014/main" id="{D9C2A278-13FD-437F-BA0F-4DBC74F4961C}"/>
              </a:ext>
            </a:extLst>
          </p:cNvPr>
          <p:cNvSpPr>
            <a:spLocks xmlns:a="http://schemas.openxmlformats.org/drawingml/2006/main" noGrp="1"/>
          </p:cNvSpPr>
          <p:nvPr/>
        </p:nvSpPr>
        <p:spPr>
          <a:xfrm xmlns:a="http://schemas.openxmlformats.org/drawingml/2006/main">
            <a:off x="0" y="304800"/>
            <a:ext cx="228600" cy="5867400"/>
          </a:xfrm>
          <a:prstGeom xmlns:a="http://schemas.openxmlformats.org/drawingml/2006/main" prst="roundRect">
            <a:avLst>
              <a:gd name="adj" fmla="val 50000"/>
            </a:avLst>
          </a:prstGeom>
          <a:solidFill xmlns:a="http://schemas.openxmlformats.org/drawingml/2006/main">
            <a:srgbClr val="D86B33"/>
          </a:solidFill>
          <a:ln xmlns:a="http://schemas.openxmlformats.org/drawingml/2006/main" w="0">
            <a:noFill/>
            <a:prstDash val="solid"/>
          </a:ln>
        </p:spPr>
      </p:sp>
      <p:sp>
        <p:nvSpPr>
          <p:cNvPr id="5" name="left-foot-3">
            <a:extLst xmlns:a="http://schemas.openxmlformats.org/drawingml/2006/main">
              <a:ext uri="{FF2B5EF4-FFF2-40B4-BE49-F238E27FC236}">
                <a16:creationId xmlns:a16="http://schemas.microsoft.com/office/drawing/2014/main" id="{EF20E367-F120-4E98-9296-7B4D7DF5A9F5}"/>
              </a:ext>
            </a:extLst>
          </p:cNvPr>
          <p:cNvSpPr>
            <a:spLocks xmlns:a="http://schemas.openxmlformats.org/drawingml/2006/main" noGrp="1"/>
          </p:cNvSpPr>
          <p:nvPr/>
        </p:nvSpPr>
        <p:spPr>
          <a:xfrm xmlns:a="http://schemas.openxmlformats.org/drawingml/2006/main">
            <a:off x="0" y="6286500"/>
            <a:ext cx="1714500" cy="571500"/>
          </a:xfrm>
          <a:prstGeom xmlns:a="http://schemas.openxmlformats.org/drawingml/2006/main" prst="roundRect">
            <a:avLst>
              <a:gd name="adj" fmla="val 40000"/>
            </a:avLst>
          </a:prstGeom>
          <a:solidFill xmlns:a="http://schemas.openxmlformats.org/drawingml/2006/main">
            <a:srgbClr val="C94688"/>
          </a:solidFill>
          <a:ln xmlns:a="http://schemas.openxmlformats.org/drawingml/2006/main" w="0">
            <a:noFill/>
            <a:prstDash val="solid"/>
          </a:ln>
        </p:spPr>
      </p:sp>
      <p:sp>
        <p:nvSpPr>
          <p:cNvPr id="6" name="section-3">
            <a:extLst xmlns:a="http://schemas.openxmlformats.org/drawingml/2006/main">
              <a:ext uri="{FF2B5EF4-FFF2-40B4-BE49-F238E27FC236}">
                <a16:creationId xmlns:a16="http://schemas.microsoft.com/office/drawing/2014/main" id="{C2FF72E1-A0EE-4121-80A1-3D1A2F4BD1C3}"/>
              </a:ext>
            </a:extLst>
          </p:cNvPr>
          <p:cNvSpPr>
            <a:spLocks xmlns:a="http://schemas.openxmlformats.org/drawingml/2006/main" noGrp="1"/>
          </p:cNvSpPr>
          <p:nvPr/>
        </p:nvSpPr>
        <p:spPr>
          <a:xfrm xmlns:a="http://schemas.openxmlformats.org/drawingml/2006/main">
            <a:off x="476250" y="3810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5A43A"/>
                </a:solidFill>
              </a:defRPr>
            </a:pPr>
            <a:r>
              <a:rPr sz="975" b="1">
                <a:solidFill>
                  <a:srgbClr val="F5A43A"/>
                </a:solidFill>
              </a:rPr>
              <a:t>WORKFLOW</a:t>
            </a:r>
          </a:p>
        </p:txBody>
      </p:sp>
      <p:sp>
        <p:nvSpPr>
          <p:cNvPr id="7" name="page-3">
            <a:extLst xmlns:a="http://schemas.openxmlformats.org/drawingml/2006/main">
              <a:ext uri="{FF2B5EF4-FFF2-40B4-BE49-F238E27FC236}">
                <a16:creationId xmlns:a16="http://schemas.microsoft.com/office/drawing/2014/main" id="{8E38EA2F-2FE8-4479-8122-2CF241BA17AE}"/>
              </a:ext>
            </a:extLst>
          </p:cNvPr>
          <p:cNvSpPr>
            <a:spLocks xmlns:a="http://schemas.openxmlformats.org/drawingml/2006/main" noGrp="1"/>
          </p:cNvSpPr>
          <p:nvPr/>
        </p:nvSpPr>
        <p:spPr>
          <a:xfrm xmlns:a="http://schemas.openxmlformats.org/drawingml/2006/main">
            <a:off x="11277600" y="63627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B8AEC5"/>
                </a:solidFill>
              </a:defRPr>
            </a:pPr>
            <a:r>
              <a:rPr sz="975" b="1">
                <a:solidFill>
                  <a:srgbClr val="B8AEC5"/>
                </a:solidFill>
              </a:rPr>
              <a:t>03</a:t>
            </a:r>
          </a:p>
        </p:txBody>
      </p:sp>
      <p:sp>
        <p:nvSpPr>
          <p:cNvPr id="8" name="title-3">
            <a:extLst xmlns:a="http://schemas.openxmlformats.org/drawingml/2006/main">
              <a:ext uri="{FF2B5EF4-FFF2-40B4-BE49-F238E27FC236}">
                <a16:creationId xmlns:a16="http://schemas.microsoft.com/office/drawing/2014/main" id="{5F5937A6-A119-4BC4-9611-4AC4946E7885}"/>
              </a:ext>
            </a:extLst>
          </p:cNvPr>
          <p:cNvSpPr>
            <a:spLocks xmlns:a="http://schemas.openxmlformats.org/drawingml/2006/main" noGrp="1"/>
          </p:cNvSpPr>
          <p:nvPr/>
        </p:nvSpPr>
        <p:spPr>
          <a:xfrm xmlns:a="http://schemas.openxmlformats.org/drawingml/2006/main">
            <a:off x="685800" y="7429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5DC"/>
                </a:solidFill>
              </a:defRPr>
            </a:pPr>
            <a:r>
              <a:rPr sz="3300" b="1">
                <a:solidFill>
                  <a:srgbClr val="FFF5DC"/>
                </a:solidFill>
              </a:rPr>
              <a:t>One decision moves through a controlled lifecycle</a:t>
            </a:r>
          </a:p>
        </p:txBody>
      </p:sp>
      <p:sp>
        <p:nvSpPr>
          <p:cNvPr id="9" name="subtitle-3">
            <a:extLst xmlns:a="http://schemas.openxmlformats.org/drawingml/2006/main">
              <a:ext uri="{FF2B5EF4-FFF2-40B4-BE49-F238E27FC236}">
                <a16:creationId xmlns:a16="http://schemas.microsoft.com/office/drawing/2014/main" id="{085F721A-F581-492C-92E6-392345C54371}"/>
              </a:ext>
            </a:extLst>
          </p:cNvPr>
          <p:cNvSpPr>
            <a:spLocks xmlns:a="http://schemas.openxmlformats.org/drawingml/2006/main" noGrp="1"/>
          </p:cNvSpPr>
          <p:nvPr/>
        </p:nvSpPr>
        <p:spPr>
          <a:xfrm xmlns:a="http://schemas.openxmlformats.org/drawingml/2006/main">
            <a:off x="685800" y="1428750"/>
            <a:ext cx="1009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AEC5"/>
                </a:solidFill>
              </a:defRPr>
            </a:pPr>
            <a:r>
              <a:rPr sz="1650" b="0">
                <a:solidFill>
                  <a:srgbClr val="B8AEC5"/>
                </a:solidFill>
              </a:rPr>
              <a:t>Every transition is explicit, auditable, and state-safe.</a:t>
            </a:r>
          </a:p>
        </p:txBody>
      </p:sp>
      <p:sp>
        <p:nvSpPr>
          <p:cNvPr id="10" name="lifecycle-0-body">
            <a:extLst xmlns:a="http://schemas.openxmlformats.org/drawingml/2006/main">
              <a:ext uri="{FF2B5EF4-FFF2-40B4-BE49-F238E27FC236}">
                <a16:creationId xmlns:a16="http://schemas.microsoft.com/office/drawing/2014/main" id="{66FD21F1-71FB-4DEA-AA51-F556D2B527F5}"/>
              </a:ext>
            </a:extLst>
          </p:cNvPr>
          <p:cNvSpPr>
            <a:spLocks xmlns:a="http://schemas.openxmlformats.org/drawingml/2006/main" noGrp="1"/>
          </p:cNvSpPr>
          <p:nvPr/>
        </p:nvSpPr>
        <p:spPr>
          <a:xfrm xmlns:a="http://schemas.openxmlformats.org/drawingml/2006/main">
            <a:off x="685800" y="2381250"/>
            <a:ext cx="2381250" cy="1066800"/>
          </a:xfrm>
          <a:prstGeom xmlns:a="http://schemas.openxmlformats.org/drawingml/2006/main" prst="roundRect">
            <a:avLst>
              <a:gd name="adj" fmla="val 21429"/>
            </a:avLst>
          </a:prstGeom>
          <a:solidFill xmlns:a="http://schemas.openxmlformats.org/drawingml/2006/main">
            <a:srgbClr val="101020"/>
          </a:solidFill>
          <a:ln xmlns:a="http://schemas.openxmlformats.org/drawingml/2006/main" w="9525">
            <a:solidFill>
              <a:srgbClr val="F5A43A"/>
            </a:solidFill>
            <a:prstDash val="solid"/>
          </a:ln>
        </p:spPr>
      </p:sp>
      <p:sp>
        <p:nvSpPr>
          <p:cNvPr id="11" name="lifecycle-0-accent">
            <a:extLst xmlns:a="http://schemas.openxmlformats.org/drawingml/2006/main">
              <a:ext uri="{FF2B5EF4-FFF2-40B4-BE49-F238E27FC236}">
                <a16:creationId xmlns:a16="http://schemas.microsoft.com/office/drawing/2014/main" id="{F47F894E-4604-4744-B31C-DEE9CB083BD5}"/>
              </a:ext>
            </a:extLst>
          </p:cNvPr>
          <p:cNvSpPr>
            <a:spLocks xmlns:a="http://schemas.openxmlformats.org/drawingml/2006/main" noGrp="1"/>
          </p:cNvSpPr>
          <p:nvPr/>
        </p:nvSpPr>
        <p:spPr>
          <a:xfrm xmlns:a="http://schemas.openxmlformats.org/drawingml/2006/main">
            <a:off x="685800" y="2381250"/>
            <a:ext cx="152400" cy="1066800"/>
          </a:xfrm>
          <a:prstGeom xmlns:a="http://schemas.openxmlformats.org/drawingml/2006/main" prst="roundRect">
            <a:avLst>
              <a:gd name="adj" fmla="val 50000"/>
            </a:avLst>
          </a:prstGeom>
          <a:solidFill xmlns:a="http://schemas.openxmlformats.org/drawingml/2006/main">
            <a:srgbClr val="F5A43A"/>
          </a:solidFill>
          <a:ln xmlns:a="http://schemas.openxmlformats.org/drawingml/2006/main" w="0">
            <a:noFill/>
            <a:prstDash val="solid"/>
          </a:ln>
        </p:spPr>
      </p:sp>
      <p:sp>
        <p:nvSpPr>
          <p:cNvPr id="12" name="lifecycle-0-label">
            <a:extLst xmlns:a="http://schemas.openxmlformats.org/drawingml/2006/main">
              <a:ext uri="{FF2B5EF4-FFF2-40B4-BE49-F238E27FC236}">
                <a16:creationId xmlns:a16="http://schemas.microsoft.com/office/drawing/2014/main" id="{85602FE0-BBF9-4505-8C56-1BA77091197D}"/>
              </a:ext>
            </a:extLst>
          </p:cNvPr>
          <p:cNvSpPr>
            <a:spLocks xmlns:a="http://schemas.openxmlformats.org/drawingml/2006/main" noGrp="1"/>
          </p:cNvSpPr>
          <p:nvPr/>
        </p:nvSpPr>
        <p:spPr>
          <a:xfrm xmlns:a="http://schemas.openxmlformats.org/drawingml/2006/main">
            <a:off x="990600" y="2571750"/>
            <a:ext cx="1924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5DC"/>
                </a:solidFill>
              </a:defRPr>
            </a:pPr>
            <a:r>
              <a:rPr sz="1575" b="1">
                <a:solidFill>
                  <a:srgbClr val="FFF5DC"/>
                </a:solidFill>
              </a:rPr>
              <a:t>RUN</a:t>
            </a:r>
          </a:p>
        </p:txBody>
      </p:sp>
      <p:sp>
        <p:nvSpPr>
          <p:cNvPr id="13" name="lifecycle-0-detail">
            <a:extLst xmlns:a="http://schemas.openxmlformats.org/drawingml/2006/main">
              <a:ext uri="{FF2B5EF4-FFF2-40B4-BE49-F238E27FC236}">
                <a16:creationId xmlns:a16="http://schemas.microsoft.com/office/drawing/2014/main" id="{F449F98C-C5D6-43D0-8C41-EBC852BCB35D}"/>
              </a:ext>
            </a:extLst>
          </p:cNvPr>
          <p:cNvSpPr>
            <a:spLocks xmlns:a="http://schemas.openxmlformats.org/drawingml/2006/main" noGrp="1"/>
          </p:cNvSpPr>
          <p:nvPr/>
        </p:nvSpPr>
        <p:spPr>
          <a:xfrm xmlns:a="http://schemas.openxmlformats.org/drawingml/2006/main">
            <a:off x="990600" y="293370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B8AEC5"/>
                </a:solidFill>
              </a:defRPr>
            </a:pPr>
            <a:r>
              <a:rPr sz="1125" b="0">
                <a:solidFill>
                  <a:srgbClr val="B8AEC5"/>
                </a:solidFill>
              </a:rPr>
              <a:t>Agent evaluates governed context</a:t>
            </a:r>
          </a:p>
        </p:txBody>
      </p:sp>
      <p:sp>
        <p:nvSpPr>
          <p:cNvPr id="14" name="lifecycle-arrow-0">
            <a:extLst xmlns:a="http://schemas.openxmlformats.org/drawingml/2006/main">
              <a:ext uri="{FF2B5EF4-FFF2-40B4-BE49-F238E27FC236}">
                <a16:creationId xmlns:a16="http://schemas.microsoft.com/office/drawing/2014/main" id="{9A16E2C6-56EF-480E-B947-299CB73C4ADB}"/>
              </a:ext>
            </a:extLst>
          </p:cNvPr>
          <p:cNvSpPr>
            <a:spLocks xmlns:a="http://schemas.openxmlformats.org/drawingml/2006/main" noGrp="1"/>
          </p:cNvSpPr>
          <p:nvPr/>
        </p:nvSpPr>
        <p:spPr>
          <a:xfrm xmlns:a="http://schemas.openxmlformats.org/drawingml/2006/main">
            <a:off x="3105150" y="272415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B8AEC5"/>
                </a:solidFill>
              </a:defRPr>
            </a:pPr>
            <a:r>
              <a:rPr sz="1950" b="1">
                <a:solidFill>
                  <a:srgbClr val="B8AEC5"/>
                </a:solidFill>
              </a:rPr>
              <a:t>→</a:t>
            </a:r>
          </a:p>
        </p:txBody>
      </p:sp>
      <p:sp>
        <p:nvSpPr>
          <p:cNvPr id="15" name="lifecycle-1-body">
            <a:extLst xmlns:a="http://schemas.openxmlformats.org/drawingml/2006/main">
              <a:ext uri="{FF2B5EF4-FFF2-40B4-BE49-F238E27FC236}">
                <a16:creationId xmlns:a16="http://schemas.microsoft.com/office/drawing/2014/main" id="{C865B815-6773-471A-AB49-86809D738941}"/>
              </a:ext>
            </a:extLst>
          </p:cNvPr>
          <p:cNvSpPr>
            <a:spLocks xmlns:a="http://schemas.openxmlformats.org/drawingml/2006/main" noGrp="1"/>
          </p:cNvSpPr>
          <p:nvPr/>
        </p:nvSpPr>
        <p:spPr>
          <a:xfrm xmlns:a="http://schemas.openxmlformats.org/drawingml/2006/main">
            <a:off x="3467100" y="2381250"/>
            <a:ext cx="2381250" cy="1066800"/>
          </a:xfrm>
          <a:prstGeom xmlns:a="http://schemas.openxmlformats.org/drawingml/2006/main" prst="roundRect">
            <a:avLst>
              <a:gd name="adj" fmla="val 21429"/>
            </a:avLst>
          </a:prstGeom>
          <a:solidFill xmlns:a="http://schemas.openxmlformats.org/drawingml/2006/main">
            <a:srgbClr val="101020"/>
          </a:solidFill>
          <a:ln xmlns:a="http://schemas.openxmlformats.org/drawingml/2006/main" w="9525">
            <a:solidFill>
              <a:srgbClr val="E77C73"/>
            </a:solidFill>
            <a:prstDash val="solid"/>
          </a:ln>
        </p:spPr>
      </p:sp>
      <p:sp>
        <p:nvSpPr>
          <p:cNvPr id="16" name="lifecycle-1-accent">
            <a:extLst xmlns:a="http://schemas.openxmlformats.org/drawingml/2006/main">
              <a:ext uri="{FF2B5EF4-FFF2-40B4-BE49-F238E27FC236}">
                <a16:creationId xmlns:a16="http://schemas.microsoft.com/office/drawing/2014/main" id="{83F46308-59E5-4BCD-94FD-D19C5539E394}"/>
              </a:ext>
            </a:extLst>
          </p:cNvPr>
          <p:cNvSpPr>
            <a:spLocks xmlns:a="http://schemas.openxmlformats.org/drawingml/2006/main" noGrp="1"/>
          </p:cNvSpPr>
          <p:nvPr/>
        </p:nvSpPr>
        <p:spPr>
          <a:xfrm xmlns:a="http://schemas.openxmlformats.org/drawingml/2006/main">
            <a:off x="3467100" y="2381250"/>
            <a:ext cx="152400" cy="1066800"/>
          </a:xfrm>
          <a:prstGeom xmlns:a="http://schemas.openxmlformats.org/drawingml/2006/main" prst="roundRect">
            <a:avLst>
              <a:gd name="adj" fmla="val 50000"/>
            </a:avLst>
          </a:prstGeom>
          <a:solidFill xmlns:a="http://schemas.openxmlformats.org/drawingml/2006/main">
            <a:srgbClr val="E77C73"/>
          </a:solidFill>
          <a:ln xmlns:a="http://schemas.openxmlformats.org/drawingml/2006/main" w="0">
            <a:noFill/>
            <a:prstDash val="solid"/>
          </a:ln>
        </p:spPr>
      </p:sp>
      <p:sp>
        <p:nvSpPr>
          <p:cNvPr id="17" name="lifecycle-1-label">
            <a:extLst xmlns:a="http://schemas.openxmlformats.org/drawingml/2006/main">
              <a:ext uri="{FF2B5EF4-FFF2-40B4-BE49-F238E27FC236}">
                <a16:creationId xmlns:a16="http://schemas.microsoft.com/office/drawing/2014/main" id="{57B98DDD-F47A-4088-AB0A-0FE910E8F05E}"/>
              </a:ext>
            </a:extLst>
          </p:cNvPr>
          <p:cNvSpPr>
            <a:spLocks xmlns:a="http://schemas.openxmlformats.org/drawingml/2006/main" noGrp="1"/>
          </p:cNvSpPr>
          <p:nvPr/>
        </p:nvSpPr>
        <p:spPr>
          <a:xfrm xmlns:a="http://schemas.openxmlformats.org/drawingml/2006/main">
            <a:off x="3771900" y="2571750"/>
            <a:ext cx="1924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5DC"/>
                </a:solidFill>
              </a:defRPr>
            </a:pPr>
            <a:r>
              <a:rPr sz="1575" b="1">
                <a:solidFill>
                  <a:srgbClr val="FFF5DC"/>
                </a:solidFill>
              </a:rPr>
              <a:t>PENDING</a:t>
            </a:r>
          </a:p>
        </p:txBody>
      </p:sp>
      <p:sp>
        <p:nvSpPr>
          <p:cNvPr id="18" name="lifecycle-1-detail">
            <a:extLst xmlns:a="http://schemas.openxmlformats.org/drawingml/2006/main">
              <a:ext uri="{FF2B5EF4-FFF2-40B4-BE49-F238E27FC236}">
                <a16:creationId xmlns:a16="http://schemas.microsoft.com/office/drawing/2014/main" id="{AF27AE0E-F2A1-4683-A5B8-889DA7894920}"/>
              </a:ext>
            </a:extLst>
          </p:cNvPr>
          <p:cNvSpPr>
            <a:spLocks xmlns:a="http://schemas.openxmlformats.org/drawingml/2006/main" noGrp="1"/>
          </p:cNvSpPr>
          <p:nvPr/>
        </p:nvSpPr>
        <p:spPr>
          <a:xfrm xmlns:a="http://schemas.openxmlformats.org/drawingml/2006/main">
            <a:off x="3771900" y="293370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B8AEC5"/>
                </a:solidFill>
              </a:defRPr>
            </a:pPr>
            <a:r>
              <a:rPr sz="1125" b="0">
                <a:solidFill>
                  <a:srgbClr val="B8AEC5"/>
                </a:solidFill>
              </a:rPr>
              <a:t>Decision waits for review</a:t>
            </a:r>
          </a:p>
        </p:txBody>
      </p:sp>
      <p:sp>
        <p:nvSpPr>
          <p:cNvPr id="19" name="lifecycle-arrow-1">
            <a:extLst xmlns:a="http://schemas.openxmlformats.org/drawingml/2006/main">
              <a:ext uri="{FF2B5EF4-FFF2-40B4-BE49-F238E27FC236}">
                <a16:creationId xmlns:a16="http://schemas.microsoft.com/office/drawing/2014/main" id="{70781232-F715-49C6-921B-93BEB46FCBF8}"/>
              </a:ext>
            </a:extLst>
          </p:cNvPr>
          <p:cNvSpPr>
            <a:spLocks xmlns:a="http://schemas.openxmlformats.org/drawingml/2006/main" noGrp="1"/>
          </p:cNvSpPr>
          <p:nvPr/>
        </p:nvSpPr>
        <p:spPr>
          <a:xfrm xmlns:a="http://schemas.openxmlformats.org/drawingml/2006/main">
            <a:off x="5886450" y="272415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B8AEC5"/>
                </a:solidFill>
              </a:defRPr>
            </a:pPr>
            <a:r>
              <a:rPr sz="1950" b="1">
                <a:solidFill>
                  <a:srgbClr val="B8AEC5"/>
                </a:solidFill>
              </a:rPr>
              <a:t>→</a:t>
            </a:r>
          </a:p>
        </p:txBody>
      </p:sp>
      <p:sp>
        <p:nvSpPr>
          <p:cNvPr id="20" name="lifecycle-2-body">
            <a:extLst xmlns:a="http://schemas.openxmlformats.org/drawingml/2006/main">
              <a:ext uri="{FF2B5EF4-FFF2-40B4-BE49-F238E27FC236}">
                <a16:creationId xmlns:a16="http://schemas.microsoft.com/office/drawing/2014/main" id="{05F04403-9AB2-4C72-AFBB-8FD6D57CCF63}"/>
              </a:ext>
            </a:extLst>
          </p:cNvPr>
          <p:cNvSpPr>
            <a:spLocks xmlns:a="http://schemas.openxmlformats.org/drawingml/2006/main" noGrp="1"/>
          </p:cNvSpPr>
          <p:nvPr/>
        </p:nvSpPr>
        <p:spPr>
          <a:xfrm xmlns:a="http://schemas.openxmlformats.org/drawingml/2006/main">
            <a:off x="6248400" y="2381250"/>
            <a:ext cx="2381250" cy="1066800"/>
          </a:xfrm>
          <a:prstGeom xmlns:a="http://schemas.openxmlformats.org/drawingml/2006/main" prst="roundRect">
            <a:avLst>
              <a:gd name="adj" fmla="val 21429"/>
            </a:avLst>
          </a:prstGeom>
          <a:solidFill xmlns:a="http://schemas.openxmlformats.org/drawingml/2006/main">
            <a:srgbClr val="101020"/>
          </a:solidFill>
          <a:ln xmlns:a="http://schemas.openxmlformats.org/drawingml/2006/main" w="9525">
            <a:solidFill>
              <a:srgbClr val="A98AD4"/>
            </a:solidFill>
            <a:prstDash val="solid"/>
          </a:ln>
        </p:spPr>
      </p:sp>
      <p:sp>
        <p:nvSpPr>
          <p:cNvPr id="21" name="lifecycle-2-accent">
            <a:extLst xmlns:a="http://schemas.openxmlformats.org/drawingml/2006/main">
              <a:ext uri="{FF2B5EF4-FFF2-40B4-BE49-F238E27FC236}">
                <a16:creationId xmlns:a16="http://schemas.microsoft.com/office/drawing/2014/main" id="{89D33C47-CD7E-44DD-8651-92FB7D8D0CCF}"/>
              </a:ext>
            </a:extLst>
          </p:cNvPr>
          <p:cNvSpPr>
            <a:spLocks xmlns:a="http://schemas.openxmlformats.org/drawingml/2006/main" noGrp="1"/>
          </p:cNvSpPr>
          <p:nvPr/>
        </p:nvSpPr>
        <p:spPr>
          <a:xfrm xmlns:a="http://schemas.openxmlformats.org/drawingml/2006/main">
            <a:off x="6248400" y="2381250"/>
            <a:ext cx="152400" cy="1066800"/>
          </a:xfrm>
          <a:prstGeom xmlns:a="http://schemas.openxmlformats.org/drawingml/2006/main" prst="roundRect">
            <a:avLst>
              <a:gd name="adj" fmla="val 50000"/>
            </a:avLst>
          </a:prstGeom>
          <a:solidFill xmlns:a="http://schemas.openxmlformats.org/drawingml/2006/main">
            <a:srgbClr val="A98AD4"/>
          </a:solidFill>
          <a:ln xmlns:a="http://schemas.openxmlformats.org/drawingml/2006/main" w="0">
            <a:noFill/>
            <a:prstDash val="solid"/>
          </a:ln>
        </p:spPr>
      </p:sp>
      <p:sp>
        <p:nvSpPr>
          <p:cNvPr id="22" name="lifecycle-2-label">
            <a:extLst xmlns:a="http://schemas.openxmlformats.org/drawingml/2006/main">
              <a:ext uri="{FF2B5EF4-FFF2-40B4-BE49-F238E27FC236}">
                <a16:creationId xmlns:a16="http://schemas.microsoft.com/office/drawing/2014/main" id="{10D8BE38-2C7E-4FE5-8673-FE649F1C0E6E}"/>
              </a:ext>
            </a:extLst>
          </p:cNvPr>
          <p:cNvSpPr>
            <a:spLocks xmlns:a="http://schemas.openxmlformats.org/drawingml/2006/main" noGrp="1"/>
          </p:cNvSpPr>
          <p:nvPr/>
        </p:nvSpPr>
        <p:spPr>
          <a:xfrm xmlns:a="http://schemas.openxmlformats.org/drawingml/2006/main">
            <a:off x="6553200" y="2571750"/>
            <a:ext cx="1924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5DC"/>
                </a:solidFill>
              </a:defRPr>
            </a:pPr>
            <a:r>
              <a:rPr sz="1575" b="1">
                <a:solidFill>
                  <a:srgbClr val="FFF5DC"/>
                </a:solidFill>
              </a:rPr>
              <a:t>APPROVE</a:t>
            </a:r>
          </a:p>
        </p:txBody>
      </p:sp>
      <p:sp>
        <p:nvSpPr>
          <p:cNvPr id="23" name="lifecycle-2-detail">
            <a:extLst xmlns:a="http://schemas.openxmlformats.org/drawingml/2006/main">
              <a:ext uri="{FF2B5EF4-FFF2-40B4-BE49-F238E27FC236}">
                <a16:creationId xmlns:a16="http://schemas.microsoft.com/office/drawing/2014/main" id="{A1424CD6-D4A2-415E-960D-1433E5529B76}"/>
              </a:ext>
            </a:extLst>
          </p:cNvPr>
          <p:cNvSpPr>
            <a:spLocks xmlns:a="http://schemas.openxmlformats.org/drawingml/2006/main" noGrp="1"/>
          </p:cNvSpPr>
          <p:nvPr/>
        </p:nvSpPr>
        <p:spPr>
          <a:xfrm xmlns:a="http://schemas.openxmlformats.org/drawingml/2006/main">
            <a:off x="6553200" y="293370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B8AEC5"/>
                </a:solidFill>
              </a:defRPr>
            </a:pPr>
            <a:r>
              <a:rPr sz="1125" b="0">
                <a:solidFill>
                  <a:srgbClr val="B8AEC5"/>
                </a:solidFill>
              </a:rPr>
              <a:t>Human authorizes projection</a:t>
            </a:r>
          </a:p>
        </p:txBody>
      </p:sp>
      <p:sp>
        <p:nvSpPr>
          <p:cNvPr id="24" name="lifecycle-arrow-2">
            <a:extLst xmlns:a="http://schemas.openxmlformats.org/drawingml/2006/main">
              <a:ext uri="{FF2B5EF4-FFF2-40B4-BE49-F238E27FC236}">
                <a16:creationId xmlns:a16="http://schemas.microsoft.com/office/drawing/2014/main" id="{6315CEE2-4A75-43A1-A24C-98FB1196969D}"/>
              </a:ext>
            </a:extLst>
          </p:cNvPr>
          <p:cNvSpPr>
            <a:spLocks xmlns:a="http://schemas.openxmlformats.org/drawingml/2006/main" noGrp="1"/>
          </p:cNvSpPr>
          <p:nvPr/>
        </p:nvSpPr>
        <p:spPr>
          <a:xfrm xmlns:a="http://schemas.openxmlformats.org/drawingml/2006/main">
            <a:off x="8667750" y="272415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B8AEC5"/>
                </a:solidFill>
              </a:defRPr>
            </a:pPr>
            <a:r>
              <a:rPr sz="1950" b="1">
                <a:solidFill>
                  <a:srgbClr val="B8AEC5"/>
                </a:solidFill>
              </a:rPr>
              <a:t>→</a:t>
            </a:r>
          </a:p>
        </p:txBody>
      </p:sp>
      <p:sp>
        <p:nvSpPr>
          <p:cNvPr id="25" name="lifecycle-3-body">
            <a:extLst xmlns:a="http://schemas.openxmlformats.org/drawingml/2006/main">
              <a:ext uri="{FF2B5EF4-FFF2-40B4-BE49-F238E27FC236}">
                <a16:creationId xmlns:a16="http://schemas.microsoft.com/office/drawing/2014/main" id="{89427F73-90E8-4658-92E8-B2B1D5FCEF24}"/>
              </a:ext>
            </a:extLst>
          </p:cNvPr>
          <p:cNvSpPr>
            <a:spLocks xmlns:a="http://schemas.openxmlformats.org/drawingml/2006/main" noGrp="1"/>
          </p:cNvSpPr>
          <p:nvPr/>
        </p:nvSpPr>
        <p:spPr>
          <a:xfrm xmlns:a="http://schemas.openxmlformats.org/drawingml/2006/main">
            <a:off x="9029700" y="2381250"/>
            <a:ext cx="2381250" cy="1066800"/>
          </a:xfrm>
          <a:prstGeom xmlns:a="http://schemas.openxmlformats.org/drawingml/2006/main" prst="roundRect">
            <a:avLst>
              <a:gd name="adj" fmla="val 21429"/>
            </a:avLst>
          </a:prstGeom>
          <a:solidFill xmlns:a="http://schemas.openxmlformats.org/drawingml/2006/main">
            <a:srgbClr val="101020"/>
          </a:solidFill>
          <a:ln xmlns:a="http://schemas.openxmlformats.org/drawingml/2006/main" w="9525">
            <a:solidFill>
              <a:srgbClr val="62C4D4"/>
            </a:solidFill>
            <a:prstDash val="solid"/>
          </a:ln>
        </p:spPr>
      </p:sp>
      <p:sp>
        <p:nvSpPr>
          <p:cNvPr id="26" name="lifecycle-3-accent">
            <a:extLst xmlns:a="http://schemas.openxmlformats.org/drawingml/2006/main">
              <a:ext uri="{FF2B5EF4-FFF2-40B4-BE49-F238E27FC236}">
                <a16:creationId xmlns:a16="http://schemas.microsoft.com/office/drawing/2014/main" id="{166FCC18-EBD2-4C5E-9D2D-393B4E1A31AE}"/>
              </a:ext>
            </a:extLst>
          </p:cNvPr>
          <p:cNvSpPr>
            <a:spLocks xmlns:a="http://schemas.openxmlformats.org/drawingml/2006/main" noGrp="1"/>
          </p:cNvSpPr>
          <p:nvPr/>
        </p:nvSpPr>
        <p:spPr>
          <a:xfrm xmlns:a="http://schemas.openxmlformats.org/drawingml/2006/main">
            <a:off x="9029700" y="2381250"/>
            <a:ext cx="152400" cy="1066800"/>
          </a:xfrm>
          <a:prstGeom xmlns:a="http://schemas.openxmlformats.org/drawingml/2006/main" prst="roundRect">
            <a:avLst>
              <a:gd name="adj" fmla="val 50000"/>
            </a:avLst>
          </a:prstGeom>
          <a:solidFill xmlns:a="http://schemas.openxmlformats.org/drawingml/2006/main">
            <a:srgbClr val="62C4D4"/>
          </a:solidFill>
          <a:ln xmlns:a="http://schemas.openxmlformats.org/drawingml/2006/main" w="0">
            <a:noFill/>
            <a:prstDash val="solid"/>
          </a:ln>
        </p:spPr>
      </p:sp>
      <p:sp>
        <p:nvSpPr>
          <p:cNvPr id="27" name="lifecycle-3-label">
            <a:extLst xmlns:a="http://schemas.openxmlformats.org/drawingml/2006/main">
              <a:ext uri="{FF2B5EF4-FFF2-40B4-BE49-F238E27FC236}">
                <a16:creationId xmlns:a16="http://schemas.microsoft.com/office/drawing/2014/main" id="{2D097897-EAF2-4A23-B1A9-081D8C27F78D}"/>
              </a:ext>
            </a:extLst>
          </p:cNvPr>
          <p:cNvSpPr>
            <a:spLocks xmlns:a="http://schemas.openxmlformats.org/drawingml/2006/main" noGrp="1"/>
          </p:cNvSpPr>
          <p:nvPr/>
        </p:nvSpPr>
        <p:spPr>
          <a:xfrm xmlns:a="http://schemas.openxmlformats.org/drawingml/2006/main">
            <a:off x="9334500" y="2571750"/>
            <a:ext cx="1924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5DC"/>
                </a:solidFill>
              </a:defRPr>
            </a:pPr>
            <a:r>
              <a:rPr sz="1575" b="1">
                <a:solidFill>
                  <a:srgbClr val="FFF5DC"/>
                </a:solidFill>
              </a:rPr>
              <a:t>SYNCED</a:t>
            </a:r>
          </a:p>
        </p:txBody>
      </p:sp>
      <p:sp>
        <p:nvSpPr>
          <p:cNvPr id="28" name="lifecycle-3-detail">
            <a:extLst xmlns:a="http://schemas.openxmlformats.org/drawingml/2006/main">
              <a:ext uri="{FF2B5EF4-FFF2-40B4-BE49-F238E27FC236}">
                <a16:creationId xmlns:a16="http://schemas.microsoft.com/office/drawing/2014/main" id="{848A6C53-7C56-4593-920E-5758BA429D03}"/>
              </a:ext>
            </a:extLst>
          </p:cNvPr>
          <p:cNvSpPr>
            <a:spLocks xmlns:a="http://schemas.openxmlformats.org/drawingml/2006/main" noGrp="1"/>
          </p:cNvSpPr>
          <p:nvPr/>
        </p:nvSpPr>
        <p:spPr>
          <a:xfrm xmlns:a="http://schemas.openxmlformats.org/drawingml/2006/main">
            <a:off x="9334500" y="293370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B8AEC5"/>
                </a:solidFill>
              </a:defRPr>
            </a:pPr>
            <a:r>
              <a:rPr sz="1125" b="0">
                <a:solidFill>
                  <a:srgbClr val="B8AEC5"/>
                </a:solidFill>
              </a:rPr>
              <a:t>DataHub document is linked</a:t>
            </a:r>
          </a:p>
        </p:txBody>
      </p:sp>
      <p:sp>
        <p:nvSpPr>
          <p:cNvPr id="29" name="lifecycle-change-line">
            <a:extLst xmlns:a="http://schemas.openxmlformats.org/drawingml/2006/main">
              <a:ext uri="{FF2B5EF4-FFF2-40B4-BE49-F238E27FC236}">
                <a16:creationId xmlns:a16="http://schemas.microsoft.com/office/drawing/2014/main" id="{160D264D-19AF-4A34-AB81-01FC196BA570}"/>
              </a:ext>
            </a:extLst>
          </p:cNvPr>
          <p:cNvSpPr>
            <a:spLocks xmlns:a="http://schemas.openxmlformats.org/drawingml/2006/main" noGrp="1"/>
          </p:cNvSpPr>
          <p:nvPr/>
        </p:nvSpPr>
        <p:spPr>
          <a:xfrm xmlns:a="http://schemas.openxmlformats.org/drawingml/2006/main">
            <a:off x="1657350" y="4095750"/>
            <a:ext cx="8858250" cy="28575"/>
          </a:xfrm>
          <a:prstGeom xmlns:a="http://schemas.openxmlformats.org/drawingml/2006/main" prst="rect">
            <a:avLst/>
          </a:prstGeom>
          <a:solidFill xmlns:a="http://schemas.openxmlformats.org/drawingml/2006/main">
            <a:srgbClr val="342B48"/>
          </a:solidFill>
          <a:ln xmlns:a="http://schemas.openxmlformats.org/drawingml/2006/main" w="0">
            <a:noFill/>
            <a:prstDash val="solid"/>
          </a:ln>
        </p:spPr>
      </p:sp>
      <p:sp>
        <p:nvSpPr>
          <p:cNvPr id="30" name="invalidate-shape">
            <a:extLst xmlns:a="http://schemas.openxmlformats.org/drawingml/2006/main">
              <a:ext uri="{FF2B5EF4-FFF2-40B4-BE49-F238E27FC236}">
                <a16:creationId xmlns:a16="http://schemas.microsoft.com/office/drawing/2014/main" id="{2D2AAA47-D3C0-47B0-B8BE-567E25E5F1E2}"/>
              </a:ext>
            </a:extLst>
          </p:cNvPr>
          <p:cNvSpPr>
            <a:spLocks xmlns:a="http://schemas.openxmlformats.org/drawingml/2006/main" noGrp="1"/>
          </p:cNvSpPr>
          <p:nvPr/>
        </p:nvSpPr>
        <p:spPr>
          <a:xfrm xmlns:a="http://schemas.openxmlformats.org/drawingml/2006/main">
            <a:off x="2952750" y="4619625"/>
            <a:ext cx="2000250" cy="495300"/>
          </a:xfrm>
          <a:prstGeom xmlns:a="http://schemas.openxmlformats.org/drawingml/2006/main" prst="roundRect">
            <a:avLst>
              <a:gd name="adj" fmla="val 50000"/>
            </a:avLst>
          </a:prstGeom>
          <a:solidFill xmlns:a="http://schemas.openxmlformats.org/drawingml/2006/main">
            <a:srgbClr val="C94688"/>
          </a:solidFill>
          <a:ln xmlns:a="http://schemas.openxmlformats.org/drawingml/2006/main" w="0">
            <a:noFill/>
            <a:prstDash val="solid"/>
          </a:ln>
        </p:spPr>
      </p:sp>
      <p:sp>
        <p:nvSpPr>
          <p:cNvPr id="31" name="invalidate-label">
            <a:extLst xmlns:a="http://schemas.openxmlformats.org/drawingml/2006/main">
              <a:ext uri="{FF2B5EF4-FFF2-40B4-BE49-F238E27FC236}">
                <a16:creationId xmlns:a16="http://schemas.microsoft.com/office/drawing/2014/main" id="{9D7856A2-012C-4EDD-A591-432FA0069DB9}"/>
              </a:ext>
            </a:extLst>
          </p:cNvPr>
          <p:cNvSpPr>
            <a:spLocks xmlns:a="http://schemas.openxmlformats.org/drawingml/2006/main" noGrp="1"/>
          </p:cNvSpPr>
          <p:nvPr/>
        </p:nvSpPr>
        <p:spPr>
          <a:xfrm xmlns:a="http://schemas.openxmlformats.org/drawingml/2006/main">
            <a:off x="3067050" y="474345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5DC"/>
                </a:solidFill>
              </a:defRPr>
            </a:pPr>
            <a:r>
              <a:rPr sz="1350" b="1">
                <a:solidFill>
                  <a:srgbClr val="FFF5DC"/>
                </a:solidFill>
              </a:rPr>
              <a:t>INVALIDATE</a:t>
            </a:r>
          </a:p>
        </p:txBody>
      </p:sp>
      <p:sp>
        <p:nvSpPr>
          <p:cNvPr id="32" name="invalidate-arrow">
            <a:extLst xmlns:a="http://schemas.openxmlformats.org/drawingml/2006/main">
              <a:ext uri="{FF2B5EF4-FFF2-40B4-BE49-F238E27FC236}">
                <a16:creationId xmlns:a16="http://schemas.microsoft.com/office/drawing/2014/main" id="{3534D6A5-82C1-4E39-BF71-CAE1DEDEF44B}"/>
              </a:ext>
            </a:extLst>
          </p:cNvPr>
          <p:cNvSpPr>
            <a:spLocks xmlns:a="http://schemas.openxmlformats.org/drawingml/2006/main" noGrp="1"/>
          </p:cNvSpPr>
          <p:nvPr/>
        </p:nvSpPr>
        <p:spPr>
          <a:xfrm xmlns:a="http://schemas.openxmlformats.org/drawingml/2006/main">
            <a:off x="5067300" y="4686300"/>
            <a:ext cx="400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B8AEC5"/>
                </a:solidFill>
              </a:defRPr>
            </a:pPr>
            <a:r>
              <a:rPr sz="1875" b="1">
                <a:solidFill>
                  <a:srgbClr val="B8AEC5"/>
                </a:solidFill>
              </a:rPr>
              <a:t>→</a:t>
            </a:r>
          </a:p>
        </p:txBody>
      </p:sp>
      <p:sp>
        <p:nvSpPr>
          <p:cNvPr id="33" name="revalidate-shape">
            <a:extLst xmlns:a="http://schemas.openxmlformats.org/drawingml/2006/main">
              <a:ext uri="{FF2B5EF4-FFF2-40B4-BE49-F238E27FC236}">
                <a16:creationId xmlns:a16="http://schemas.microsoft.com/office/drawing/2014/main" id="{1FCDDB50-4622-4A08-8887-523429EE41BB}"/>
              </a:ext>
            </a:extLst>
          </p:cNvPr>
          <p:cNvSpPr>
            <a:spLocks xmlns:a="http://schemas.openxmlformats.org/drawingml/2006/main" noGrp="1"/>
          </p:cNvSpPr>
          <p:nvPr/>
        </p:nvSpPr>
        <p:spPr>
          <a:xfrm xmlns:a="http://schemas.openxmlformats.org/drawingml/2006/main">
            <a:off x="5572125" y="4619625"/>
            <a:ext cx="2000250" cy="495300"/>
          </a:xfrm>
          <a:prstGeom xmlns:a="http://schemas.openxmlformats.org/drawingml/2006/main" prst="roundRect">
            <a:avLst>
              <a:gd name="adj" fmla="val 50000"/>
            </a:avLst>
          </a:prstGeom>
          <a:solidFill xmlns:a="http://schemas.openxmlformats.org/drawingml/2006/main">
            <a:srgbClr val="D86B33"/>
          </a:solidFill>
          <a:ln xmlns:a="http://schemas.openxmlformats.org/drawingml/2006/main" w="0">
            <a:noFill/>
            <a:prstDash val="solid"/>
          </a:ln>
        </p:spPr>
      </p:sp>
      <p:sp>
        <p:nvSpPr>
          <p:cNvPr id="34" name="revalidate-label">
            <a:extLst xmlns:a="http://schemas.openxmlformats.org/drawingml/2006/main">
              <a:ext uri="{FF2B5EF4-FFF2-40B4-BE49-F238E27FC236}">
                <a16:creationId xmlns:a16="http://schemas.microsoft.com/office/drawing/2014/main" id="{E4167D9B-91D7-47D9-948A-5330FDF15512}"/>
              </a:ext>
            </a:extLst>
          </p:cNvPr>
          <p:cNvSpPr>
            <a:spLocks xmlns:a="http://schemas.openxmlformats.org/drawingml/2006/main" noGrp="1"/>
          </p:cNvSpPr>
          <p:nvPr/>
        </p:nvSpPr>
        <p:spPr>
          <a:xfrm xmlns:a="http://schemas.openxmlformats.org/drawingml/2006/main">
            <a:off x="5686425" y="474345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5DC"/>
                </a:solidFill>
              </a:defRPr>
            </a:pPr>
            <a:r>
              <a:rPr sz="1350" b="1">
                <a:solidFill>
                  <a:srgbClr val="FFF5DC"/>
                </a:solidFill>
              </a:rPr>
              <a:t>REVALIDATE</a:t>
            </a:r>
          </a:p>
        </p:txBody>
      </p:sp>
      <p:sp>
        <p:nvSpPr>
          <p:cNvPr id="35" name="lifecycle-lower-copy">
            <a:extLst xmlns:a="http://schemas.openxmlformats.org/drawingml/2006/main">
              <a:ext uri="{FF2B5EF4-FFF2-40B4-BE49-F238E27FC236}">
                <a16:creationId xmlns:a16="http://schemas.microsoft.com/office/drawing/2014/main" id="{72EE4600-28D3-43E3-9263-F3D661DB7CD0}"/>
              </a:ext>
            </a:extLst>
          </p:cNvPr>
          <p:cNvSpPr>
            <a:spLocks xmlns:a="http://schemas.openxmlformats.org/drawingml/2006/main" noGrp="1"/>
          </p:cNvSpPr>
          <p:nvPr/>
        </p:nvSpPr>
        <p:spPr>
          <a:xfrm xmlns:a="http://schemas.openxmlformats.org/drawingml/2006/main">
            <a:off x="2266950" y="54673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FF5DC"/>
                </a:solidFill>
              </a:defRPr>
            </a:pPr>
            <a:r>
              <a:rPr sz="1650" b="1">
                <a:solidFill>
                  <a:srgbClr val="FFF5DC"/>
                </a:solidFill>
              </a:rPr>
              <a:t>Changed source conditions create a fresh replacement—not a silent overwrite.</a:t>
            </a:r>
          </a:p>
        </p:txBody>
      </p:sp>
    </p:spTree>
    <p:extLst>
      <p:ext uri="{BB962C8B-B14F-4D97-AF65-F5344CB8AC3E}">
        <p14:creationId xmlns:p14="http://schemas.microsoft.com/office/powerpoint/2010/main" val="1992468659"/>
      </p:ext>
    </p:extLst>
  </p:cSld>
</p:sld>
</file>

<file path=ppt/slides/slide4.xml><?xml version="1.0" encoding="utf-8"?>
<p:sld xmlns:p="http://schemas.openxmlformats.org/presentationml/2006/main">
  <p:cSld>
    <p:bg>
      <p:bgPr>
        <a:solidFill xmlns:a="http://schemas.openxmlformats.org/drawingml/2006/main">
          <a:srgbClr val="070812"/>
        </a:solidFill>
      </p:bgPr>
    </p:bg>
    <p:spTree>
      <p:nvGrpSpPr>
        <p:cNvPr id="1" name=""/>
        <p:cNvGrpSpPr/>
        <p:nvPr/>
      </p:nvGrpSpPr>
      <p:grpSpPr>
        <a:xfrm xmlns:a="http://schemas.openxmlformats.org/drawingml/2006/main"/>
      </p:grpSpPr>
      <p:sp>
        <p:nvSpPr>
          <p:cNvPr id="25" name="top-amber-4">
            <a:extLst xmlns:a="http://schemas.openxmlformats.org/drawingml/2006/main">
              <a:ext uri="{FF2B5EF4-FFF2-40B4-BE49-F238E27FC236}">
                <a16:creationId xmlns:a16="http://schemas.microsoft.com/office/drawing/2014/main" id="{079487FC-3CBB-4EA9-81D2-7C8EB858D58A}"/>
              </a:ext>
            </a:extLst>
          </p:cNvPr>
          <p:cNvSpPr>
            <a:spLocks xmlns:a="http://schemas.openxmlformats.org/drawingml/2006/main" noGrp="1"/>
          </p:cNvSpPr>
          <p:nvPr/>
        </p:nvSpPr>
        <p:spPr>
          <a:xfrm xmlns:a="http://schemas.openxmlformats.org/drawingml/2006/main">
            <a:off x="0" y="0"/>
            <a:ext cx="5334000" cy="171450"/>
          </a:xfrm>
          <a:prstGeom xmlns:a="http://schemas.openxmlformats.org/drawingml/2006/main" prst="roundRect">
            <a:avLst>
              <a:gd name="adj" fmla="val 50000"/>
            </a:avLst>
          </a:prstGeom>
          <a:solidFill xmlns:a="http://schemas.openxmlformats.org/drawingml/2006/main">
            <a:srgbClr val="F5A43A"/>
          </a:solidFill>
          <a:ln xmlns:a="http://schemas.openxmlformats.org/drawingml/2006/main" w="0">
            <a:noFill/>
            <a:prstDash val="solid"/>
          </a:ln>
        </p:spPr>
      </p:sp>
      <p:sp>
        <p:nvSpPr>
          <p:cNvPr id="2" name="top-coral-4">
            <a:extLst xmlns:a="http://schemas.openxmlformats.org/drawingml/2006/main">
              <a:ext uri="{FF2B5EF4-FFF2-40B4-BE49-F238E27FC236}">
                <a16:creationId xmlns:a16="http://schemas.microsoft.com/office/drawing/2014/main" id="{B78F61D2-9CA3-4C92-A767-30A5A076AB29}"/>
              </a:ext>
            </a:extLst>
          </p:cNvPr>
          <p:cNvSpPr>
            <a:spLocks xmlns:a="http://schemas.openxmlformats.org/drawingml/2006/main" noGrp="1"/>
          </p:cNvSpPr>
          <p:nvPr/>
        </p:nvSpPr>
        <p:spPr>
          <a:xfrm xmlns:a="http://schemas.openxmlformats.org/drawingml/2006/main">
            <a:off x="5448300" y="0"/>
            <a:ext cx="2438400" cy="171450"/>
          </a:xfrm>
          <a:prstGeom xmlns:a="http://schemas.openxmlformats.org/drawingml/2006/main" prst="roundRect">
            <a:avLst>
              <a:gd name="adj" fmla="val 50000"/>
            </a:avLst>
          </a:prstGeom>
          <a:solidFill xmlns:a="http://schemas.openxmlformats.org/drawingml/2006/main">
            <a:srgbClr val="E77C73"/>
          </a:solidFill>
          <a:ln xmlns:a="http://schemas.openxmlformats.org/drawingml/2006/main" w="0">
            <a:noFill/>
            <a:prstDash val="solid"/>
          </a:ln>
        </p:spPr>
      </p:sp>
      <p:sp>
        <p:nvSpPr>
          <p:cNvPr id="3" name="top-lavender-4">
            <a:extLst xmlns:a="http://schemas.openxmlformats.org/drawingml/2006/main">
              <a:ext uri="{FF2B5EF4-FFF2-40B4-BE49-F238E27FC236}">
                <a16:creationId xmlns:a16="http://schemas.microsoft.com/office/drawing/2014/main" id="{E0C33286-7FFA-4629-82BE-178B79062B1E}"/>
              </a:ext>
            </a:extLst>
          </p:cNvPr>
          <p:cNvSpPr>
            <a:spLocks xmlns:a="http://schemas.openxmlformats.org/drawingml/2006/main" noGrp="1"/>
          </p:cNvSpPr>
          <p:nvPr/>
        </p:nvSpPr>
        <p:spPr>
          <a:xfrm xmlns:a="http://schemas.openxmlformats.org/drawingml/2006/main">
            <a:off x="8001000" y="0"/>
            <a:ext cx="4191000" cy="171450"/>
          </a:xfrm>
          <a:prstGeom xmlns:a="http://schemas.openxmlformats.org/drawingml/2006/main" prst="roundRect">
            <a:avLst>
              <a:gd name="adj" fmla="val 50000"/>
            </a:avLst>
          </a:prstGeom>
          <a:solidFill xmlns:a="http://schemas.openxmlformats.org/drawingml/2006/main">
            <a:srgbClr val="A98AD4"/>
          </a:solidFill>
          <a:ln xmlns:a="http://schemas.openxmlformats.org/drawingml/2006/main" w="0">
            <a:noFill/>
            <a:prstDash val="solid"/>
          </a:ln>
        </p:spPr>
      </p:sp>
      <p:sp>
        <p:nvSpPr>
          <p:cNvPr id="4" name="left-rail-4">
            <a:extLst xmlns:a="http://schemas.openxmlformats.org/drawingml/2006/main">
              <a:ext uri="{FF2B5EF4-FFF2-40B4-BE49-F238E27FC236}">
                <a16:creationId xmlns:a16="http://schemas.microsoft.com/office/drawing/2014/main" id="{4E505A12-F87F-43DD-B5FB-1328975B7855}"/>
              </a:ext>
            </a:extLst>
          </p:cNvPr>
          <p:cNvSpPr>
            <a:spLocks xmlns:a="http://schemas.openxmlformats.org/drawingml/2006/main" noGrp="1"/>
          </p:cNvSpPr>
          <p:nvPr/>
        </p:nvSpPr>
        <p:spPr>
          <a:xfrm xmlns:a="http://schemas.openxmlformats.org/drawingml/2006/main">
            <a:off x="0" y="304800"/>
            <a:ext cx="228600" cy="5867400"/>
          </a:xfrm>
          <a:prstGeom xmlns:a="http://schemas.openxmlformats.org/drawingml/2006/main" prst="roundRect">
            <a:avLst>
              <a:gd name="adj" fmla="val 50000"/>
            </a:avLst>
          </a:prstGeom>
          <a:solidFill xmlns:a="http://schemas.openxmlformats.org/drawingml/2006/main">
            <a:srgbClr val="D86B33"/>
          </a:solidFill>
          <a:ln xmlns:a="http://schemas.openxmlformats.org/drawingml/2006/main" w="0">
            <a:noFill/>
            <a:prstDash val="solid"/>
          </a:ln>
        </p:spPr>
      </p:sp>
      <p:sp>
        <p:nvSpPr>
          <p:cNvPr id="5" name="left-foot-4">
            <a:extLst xmlns:a="http://schemas.openxmlformats.org/drawingml/2006/main">
              <a:ext uri="{FF2B5EF4-FFF2-40B4-BE49-F238E27FC236}">
                <a16:creationId xmlns:a16="http://schemas.microsoft.com/office/drawing/2014/main" id="{7CCAB306-D66E-4B5D-B0E8-41197FC88F26}"/>
              </a:ext>
            </a:extLst>
          </p:cNvPr>
          <p:cNvSpPr>
            <a:spLocks xmlns:a="http://schemas.openxmlformats.org/drawingml/2006/main" noGrp="1"/>
          </p:cNvSpPr>
          <p:nvPr/>
        </p:nvSpPr>
        <p:spPr>
          <a:xfrm xmlns:a="http://schemas.openxmlformats.org/drawingml/2006/main">
            <a:off x="0" y="6286500"/>
            <a:ext cx="1714500" cy="571500"/>
          </a:xfrm>
          <a:prstGeom xmlns:a="http://schemas.openxmlformats.org/drawingml/2006/main" prst="roundRect">
            <a:avLst>
              <a:gd name="adj" fmla="val 40000"/>
            </a:avLst>
          </a:prstGeom>
          <a:solidFill xmlns:a="http://schemas.openxmlformats.org/drawingml/2006/main">
            <a:srgbClr val="C94688"/>
          </a:solidFill>
          <a:ln xmlns:a="http://schemas.openxmlformats.org/drawingml/2006/main" w="0">
            <a:noFill/>
            <a:prstDash val="solid"/>
          </a:ln>
        </p:spPr>
      </p:sp>
      <p:sp>
        <p:nvSpPr>
          <p:cNvPr id="6" name="section-4">
            <a:extLst xmlns:a="http://schemas.openxmlformats.org/drawingml/2006/main">
              <a:ext uri="{FF2B5EF4-FFF2-40B4-BE49-F238E27FC236}">
                <a16:creationId xmlns:a16="http://schemas.microsoft.com/office/drawing/2014/main" id="{1C36E8BD-BA1D-40BF-A650-9B9B3CAB6A65}"/>
              </a:ext>
            </a:extLst>
          </p:cNvPr>
          <p:cNvSpPr>
            <a:spLocks xmlns:a="http://schemas.openxmlformats.org/drawingml/2006/main" noGrp="1"/>
          </p:cNvSpPr>
          <p:nvPr/>
        </p:nvSpPr>
        <p:spPr>
          <a:xfrm xmlns:a="http://schemas.openxmlformats.org/drawingml/2006/main">
            <a:off x="476250" y="3810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5A43A"/>
                </a:solidFill>
              </a:defRPr>
            </a:pPr>
            <a:r>
              <a:rPr sz="975" b="1">
                <a:solidFill>
                  <a:srgbClr val="F5A43A"/>
                </a:solidFill>
              </a:rPr>
              <a:t>CONTEXT</a:t>
            </a:r>
          </a:p>
        </p:txBody>
      </p:sp>
      <p:sp>
        <p:nvSpPr>
          <p:cNvPr id="7" name="page-4">
            <a:extLst xmlns:a="http://schemas.openxmlformats.org/drawingml/2006/main">
              <a:ext uri="{FF2B5EF4-FFF2-40B4-BE49-F238E27FC236}">
                <a16:creationId xmlns:a16="http://schemas.microsoft.com/office/drawing/2014/main" id="{DD4A9D02-7EAB-4EE1-9BD8-736D8A9FDB6A}"/>
              </a:ext>
            </a:extLst>
          </p:cNvPr>
          <p:cNvSpPr>
            <a:spLocks xmlns:a="http://schemas.openxmlformats.org/drawingml/2006/main" noGrp="1"/>
          </p:cNvSpPr>
          <p:nvPr/>
        </p:nvSpPr>
        <p:spPr>
          <a:xfrm xmlns:a="http://schemas.openxmlformats.org/drawingml/2006/main">
            <a:off x="11277600" y="63627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B8AEC5"/>
                </a:solidFill>
              </a:defRPr>
            </a:pPr>
            <a:r>
              <a:rPr sz="975" b="1">
                <a:solidFill>
                  <a:srgbClr val="B8AEC5"/>
                </a:solidFill>
              </a:rPr>
              <a:t>04</a:t>
            </a:r>
          </a:p>
        </p:txBody>
      </p:sp>
      <p:sp>
        <p:nvSpPr>
          <p:cNvPr id="8" name="title-4">
            <a:extLst xmlns:a="http://schemas.openxmlformats.org/drawingml/2006/main">
              <a:ext uri="{FF2B5EF4-FFF2-40B4-BE49-F238E27FC236}">
                <a16:creationId xmlns:a16="http://schemas.microsoft.com/office/drawing/2014/main" id="{058739C0-5F62-4971-9341-4242C7A3BD11}"/>
              </a:ext>
            </a:extLst>
          </p:cNvPr>
          <p:cNvSpPr>
            <a:spLocks xmlns:a="http://schemas.openxmlformats.org/drawingml/2006/main" noGrp="1"/>
          </p:cNvSpPr>
          <p:nvPr/>
        </p:nvSpPr>
        <p:spPr>
          <a:xfrm xmlns:a="http://schemas.openxmlformats.org/drawingml/2006/main">
            <a:off x="685800" y="7429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5DC"/>
                </a:solidFill>
              </a:defRPr>
            </a:pPr>
            <a:r>
              <a:rPr sz="3300" b="1">
                <a:solidFill>
                  <a:srgbClr val="FFF5DC"/>
                </a:solidFill>
              </a:rPr>
              <a:t>The agent starts with governed DataHub context</a:t>
            </a:r>
          </a:p>
        </p:txBody>
      </p:sp>
      <p:sp>
        <p:nvSpPr>
          <p:cNvPr id="9" name="subtitle-4">
            <a:extLst xmlns:a="http://schemas.openxmlformats.org/drawingml/2006/main">
              <a:ext uri="{FF2B5EF4-FFF2-40B4-BE49-F238E27FC236}">
                <a16:creationId xmlns:a16="http://schemas.microsoft.com/office/drawing/2014/main" id="{FBB62E36-A56E-46CA-B639-614C9483BF1E}"/>
              </a:ext>
            </a:extLst>
          </p:cNvPr>
          <p:cNvSpPr>
            <a:spLocks xmlns:a="http://schemas.openxmlformats.org/drawingml/2006/main" noGrp="1"/>
          </p:cNvSpPr>
          <p:nvPr/>
        </p:nvSpPr>
        <p:spPr>
          <a:xfrm xmlns:a="http://schemas.openxmlformats.org/drawingml/2006/main">
            <a:off x="685800" y="1428750"/>
            <a:ext cx="1009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AEC5"/>
                </a:solidFill>
              </a:defRPr>
            </a:pPr>
            <a:r>
              <a:rPr sz="1650" b="0">
                <a:solidFill>
                  <a:srgbClr val="B8AEC5"/>
                </a:solidFill>
              </a:rPr>
              <a:t>Official MCP tools supply entities and schemas at decision time.</a:t>
            </a:r>
          </a:p>
        </p:txBody>
      </p:sp>
      <p:sp>
        <p:nvSpPr>
          <p:cNvPr id="10" name="context-spine">
            <a:extLst xmlns:a="http://schemas.openxmlformats.org/drawingml/2006/main">
              <a:ext uri="{FF2B5EF4-FFF2-40B4-BE49-F238E27FC236}">
                <a16:creationId xmlns:a16="http://schemas.microsoft.com/office/drawing/2014/main" id="{C1C5BB51-0ACF-4B48-B1A5-8900409CD4B8}"/>
              </a:ext>
            </a:extLst>
          </p:cNvPr>
          <p:cNvSpPr>
            <a:spLocks xmlns:a="http://schemas.openxmlformats.org/drawingml/2006/main" noGrp="1"/>
          </p:cNvSpPr>
          <p:nvPr/>
        </p:nvSpPr>
        <p:spPr>
          <a:xfrm xmlns:a="http://schemas.openxmlformats.org/drawingml/2006/main">
            <a:off x="1066800" y="2152650"/>
            <a:ext cx="114300" cy="3086100"/>
          </a:xfrm>
          <a:prstGeom xmlns:a="http://schemas.openxmlformats.org/drawingml/2006/main" prst="roundRect">
            <a:avLst>
              <a:gd name="adj" fmla="val 50000"/>
            </a:avLst>
          </a:prstGeom>
          <a:solidFill xmlns:a="http://schemas.openxmlformats.org/drawingml/2006/main">
            <a:srgbClr val="D86B33"/>
          </a:solidFill>
          <a:ln xmlns:a="http://schemas.openxmlformats.org/drawingml/2006/main" w="0">
            <a:noFill/>
            <a:prstDash val="solid"/>
          </a:ln>
        </p:spPr>
      </p:sp>
      <p:sp>
        <p:nvSpPr>
          <p:cNvPr id="11" name="context-entities-body">
            <a:extLst xmlns:a="http://schemas.openxmlformats.org/drawingml/2006/main">
              <a:ext uri="{FF2B5EF4-FFF2-40B4-BE49-F238E27FC236}">
                <a16:creationId xmlns:a16="http://schemas.microsoft.com/office/drawing/2014/main" id="{6C05D3CB-53A5-42E5-902D-1D0EEA5EE234}"/>
              </a:ext>
            </a:extLst>
          </p:cNvPr>
          <p:cNvSpPr>
            <a:spLocks xmlns:a="http://schemas.openxmlformats.org/drawingml/2006/main" noGrp="1"/>
          </p:cNvSpPr>
          <p:nvPr/>
        </p:nvSpPr>
        <p:spPr>
          <a:xfrm xmlns:a="http://schemas.openxmlformats.org/drawingml/2006/main">
            <a:off x="1543050" y="2095500"/>
            <a:ext cx="3905250" cy="1066800"/>
          </a:xfrm>
          <a:prstGeom xmlns:a="http://schemas.openxmlformats.org/drawingml/2006/main" prst="roundRect">
            <a:avLst>
              <a:gd name="adj" fmla="val 21429"/>
            </a:avLst>
          </a:prstGeom>
          <a:solidFill xmlns:a="http://schemas.openxmlformats.org/drawingml/2006/main">
            <a:srgbClr val="101020"/>
          </a:solidFill>
          <a:ln xmlns:a="http://schemas.openxmlformats.org/drawingml/2006/main" w="9525">
            <a:solidFill>
              <a:srgbClr val="F5A43A"/>
            </a:solidFill>
            <a:prstDash val="solid"/>
          </a:ln>
        </p:spPr>
      </p:sp>
      <p:sp>
        <p:nvSpPr>
          <p:cNvPr id="12" name="context-entities-accent">
            <a:extLst xmlns:a="http://schemas.openxmlformats.org/drawingml/2006/main">
              <a:ext uri="{FF2B5EF4-FFF2-40B4-BE49-F238E27FC236}">
                <a16:creationId xmlns:a16="http://schemas.microsoft.com/office/drawing/2014/main" id="{57C1AAD4-5433-4B3E-9C08-9933B58EB9D2}"/>
              </a:ext>
            </a:extLst>
          </p:cNvPr>
          <p:cNvSpPr>
            <a:spLocks xmlns:a="http://schemas.openxmlformats.org/drawingml/2006/main" noGrp="1"/>
          </p:cNvSpPr>
          <p:nvPr/>
        </p:nvSpPr>
        <p:spPr>
          <a:xfrm xmlns:a="http://schemas.openxmlformats.org/drawingml/2006/main">
            <a:off x="1543050" y="2095500"/>
            <a:ext cx="152400" cy="1066800"/>
          </a:xfrm>
          <a:prstGeom xmlns:a="http://schemas.openxmlformats.org/drawingml/2006/main" prst="roundRect">
            <a:avLst>
              <a:gd name="adj" fmla="val 50000"/>
            </a:avLst>
          </a:prstGeom>
          <a:solidFill xmlns:a="http://schemas.openxmlformats.org/drawingml/2006/main">
            <a:srgbClr val="F5A43A"/>
          </a:solidFill>
          <a:ln xmlns:a="http://schemas.openxmlformats.org/drawingml/2006/main" w="0">
            <a:noFill/>
            <a:prstDash val="solid"/>
          </a:ln>
        </p:spPr>
      </p:sp>
      <p:sp>
        <p:nvSpPr>
          <p:cNvPr id="13" name="context-entities-label">
            <a:extLst xmlns:a="http://schemas.openxmlformats.org/drawingml/2006/main">
              <a:ext uri="{FF2B5EF4-FFF2-40B4-BE49-F238E27FC236}">
                <a16:creationId xmlns:a16="http://schemas.microsoft.com/office/drawing/2014/main" id="{D9A72BFE-12B7-472E-854E-EDEC1985AA1A}"/>
              </a:ext>
            </a:extLst>
          </p:cNvPr>
          <p:cNvSpPr>
            <a:spLocks xmlns:a="http://schemas.openxmlformats.org/drawingml/2006/main" noGrp="1"/>
          </p:cNvSpPr>
          <p:nvPr/>
        </p:nvSpPr>
        <p:spPr>
          <a:xfrm xmlns:a="http://schemas.openxmlformats.org/drawingml/2006/main">
            <a:off x="1847850" y="228600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5DC"/>
                </a:solidFill>
              </a:defRPr>
            </a:pPr>
            <a:r>
              <a:rPr sz="1575" b="1">
                <a:solidFill>
                  <a:srgbClr val="FFF5DC"/>
                </a:solidFill>
              </a:rPr>
              <a:t>get_entities</a:t>
            </a:r>
          </a:p>
        </p:txBody>
      </p:sp>
      <p:sp>
        <p:nvSpPr>
          <p:cNvPr id="14" name="context-entities-detail">
            <a:extLst xmlns:a="http://schemas.openxmlformats.org/drawingml/2006/main">
              <a:ext uri="{FF2B5EF4-FFF2-40B4-BE49-F238E27FC236}">
                <a16:creationId xmlns:a16="http://schemas.microsoft.com/office/drawing/2014/main" id="{711A3041-E65F-496A-BC2F-3D9D4BED9C23}"/>
              </a:ext>
            </a:extLst>
          </p:cNvPr>
          <p:cNvSpPr>
            <a:spLocks xmlns:a="http://schemas.openxmlformats.org/drawingml/2006/main" noGrp="1"/>
          </p:cNvSpPr>
          <p:nvPr/>
        </p:nvSpPr>
        <p:spPr>
          <a:xfrm xmlns:a="http://schemas.openxmlformats.org/drawingml/2006/main">
            <a:off x="1847850" y="2647950"/>
            <a:ext cx="3448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B8AEC5"/>
                </a:solidFill>
              </a:defRPr>
            </a:pPr>
            <a:r>
              <a:rPr sz="1125" b="0">
                <a:solidFill>
                  <a:srgbClr val="B8AEC5"/>
                </a:solidFill>
              </a:rPr>
              <a:t>Dataset identity, properties, freshness</a:t>
            </a:r>
          </a:p>
        </p:txBody>
      </p:sp>
      <p:sp>
        <p:nvSpPr>
          <p:cNvPr id="15" name="context-schema-body">
            <a:extLst xmlns:a="http://schemas.openxmlformats.org/drawingml/2006/main">
              <a:ext uri="{FF2B5EF4-FFF2-40B4-BE49-F238E27FC236}">
                <a16:creationId xmlns:a16="http://schemas.microsoft.com/office/drawing/2014/main" id="{383DA841-02FD-4C49-9056-8FE358CC998C}"/>
              </a:ext>
            </a:extLst>
          </p:cNvPr>
          <p:cNvSpPr>
            <a:spLocks xmlns:a="http://schemas.openxmlformats.org/drawingml/2006/main" noGrp="1"/>
          </p:cNvSpPr>
          <p:nvPr/>
        </p:nvSpPr>
        <p:spPr>
          <a:xfrm xmlns:a="http://schemas.openxmlformats.org/drawingml/2006/main">
            <a:off x="1543050" y="3733800"/>
            <a:ext cx="3905250" cy="1066800"/>
          </a:xfrm>
          <a:prstGeom xmlns:a="http://schemas.openxmlformats.org/drawingml/2006/main" prst="roundRect">
            <a:avLst>
              <a:gd name="adj" fmla="val 21429"/>
            </a:avLst>
          </a:prstGeom>
          <a:solidFill xmlns:a="http://schemas.openxmlformats.org/drawingml/2006/main">
            <a:srgbClr val="101020"/>
          </a:solidFill>
          <a:ln xmlns:a="http://schemas.openxmlformats.org/drawingml/2006/main" w="9525">
            <a:solidFill>
              <a:srgbClr val="A98AD4"/>
            </a:solidFill>
            <a:prstDash val="solid"/>
          </a:ln>
        </p:spPr>
      </p:sp>
      <p:sp>
        <p:nvSpPr>
          <p:cNvPr id="16" name="context-schema-accent">
            <a:extLst xmlns:a="http://schemas.openxmlformats.org/drawingml/2006/main">
              <a:ext uri="{FF2B5EF4-FFF2-40B4-BE49-F238E27FC236}">
                <a16:creationId xmlns:a16="http://schemas.microsoft.com/office/drawing/2014/main" id="{AF53940A-FB68-451E-9501-173BC03784DC}"/>
              </a:ext>
            </a:extLst>
          </p:cNvPr>
          <p:cNvSpPr>
            <a:spLocks xmlns:a="http://schemas.openxmlformats.org/drawingml/2006/main" noGrp="1"/>
          </p:cNvSpPr>
          <p:nvPr/>
        </p:nvSpPr>
        <p:spPr>
          <a:xfrm xmlns:a="http://schemas.openxmlformats.org/drawingml/2006/main">
            <a:off x="1543050" y="3733800"/>
            <a:ext cx="152400" cy="1066800"/>
          </a:xfrm>
          <a:prstGeom xmlns:a="http://schemas.openxmlformats.org/drawingml/2006/main" prst="roundRect">
            <a:avLst>
              <a:gd name="adj" fmla="val 50000"/>
            </a:avLst>
          </a:prstGeom>
          <a:solidFill xmlns:a="http://schemas.openxmlformats.org/drawingml/2006/main">
            <a:srgbClr val="A98AD4"/>
          </a:solidFill>
          <a:ln xmlns:a="http://schemas.openxmlformats.org/drawingml/2006/main" w="0">
            <a:noFill/>
            <a:prstDash val="solid"/>
          </a:ln>
        </p:spPr>
      </p:sp>
      <p:sp>
        <p:nvSpPr>
          <p:cNvPr id="17" name="context-schema-label">
            <a:extLst xmlns:a="http://schemas.openxmlformats.org/drawingml/2006/main">
              <a:ext uri="{FF2B5EF4-FFF2-40B4-BE49-F238E27FC236}">
                <a16:creationId xmlns:a16="http://schemas.microsoft.com/office/drawing/2014/main" id="{65353FCB-9D03-481E-8FA6-990638CFC7DA}"/>
              </a:ext>
            </a:extLst>
          </p:cNvPr>
          <p:cNvSpPr>
            <a:spLocks xmlns:a="http://schemas.openxmlformats.org/drawingml/2006/main" noGrp="1"/>
          </p:cNvSpPr>
          <p:nvPr/>
        </p:nvSpPr>
        <p:spPr>
          <a:xfrm xmlns:a="http://schemas.openxmlformats.org/drawingml/2006/main">
            <a:off x="1847850" y="392430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5DC"/>
                </a:solidFill>
              </a:defRPr>
            </a:pPr>
            <a:r>
              <a:rPr sz="1575" b="1">
                <a:solidFill>
                  <a:srgbClr val="FFF5DC"/>
                </a:solidFill>
              </a:rPr>
              <a:t>list_schema_fields</a:t>
            </a:r>
          </a:p>
        </p:txBody>
      </p:sp>
      <p:sp>
        <p:nvSpPr>
          <p:cNvPr id="18" name="context-schema-detail">
            <a:extLst xmlns:a="http://schemas.openxmlformats.org/drawingml/2006/main">
              <a:ext uri="{FF2B5EF4-FFF2-40B4-BE49-F238E27FC236}">
                <a16:creationId xmlns:a16="http://schemas.microsoft.com/office/drawing/2014/main" id="{6B28EDE2-AD5E-4360-9BB7-9B218D7C70DE}"/>
              </a:ext>
            </a:extLst>
          </p:cNvPr>
          <p:cNvSpPr>
            <a:spLocks xmlns:a="http://schemas.openxmlformats.org/drawingml/2006/main" noGrp="1"/>
          </p:cNvSpPr>
          <p:nvPr/>
        </p:nvSpPr>
        <p:spPr>
          <a:xfrm xmlns:a="http://schemas.openxmlformats.org/drawingml/2006/main">
            <a:off x="1847850" y="4286250"/>
            <a:ext cx="3448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B8AEC5"/>
                </a:solidFill>
              </a:defRPr>
            </a:pPr>
            <a:r>
              <a:rPr sz="1125" b="0">
                <a:solidFill>
                  <a:srgbClr val="B8AEC5"/>
                </a:solidFill>
              </a:rPr>
              <a:t>Inventory and forecast field structure</a:t>
            </a:r>
          </a:p>
        </p:txBody>
      </p:sp>
      <p:sp>
        <p:nvSpPr>
          <p:cNvPr id="19" name="context-arrow-a">
            <a:extLst xmlns:a="http://schemas.openxmlformats.org/drawingml/2006/main">
              <a:ext uri="{FF2B5EF4-FFF2-40B4-BE49-F238E27FC236}">
                <a16:creationId xmlns:a16="http://schemas.microsoft.com/office/drawing/2014/main" id="{9919F2CA-A5EC-48B0-BBD1-7713FC6573A9}"/>
              </a:ext>
            </a:extLst>
          </p:cNvPr>
          <p:cNvSpPr>
            <a:spLocks xmlns:a="http://schemas.openxmlformats.org/drawingml/2006/main" noGrp="1"/>
          </p:cNvSpPr>
          <p:nvPr/>
        </p:nvSpPr>
        <p:spPr>
          <a:xfrm xmlns:a="http://schemas.openxmlformats.org/drawingml/2006/main">
            <a:off x="5715000" y="2571750"/>
            <a:ext cx="533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8AEC5"/>
                </a:solidFill>
              </a:defRPr>
            </a:pPr>
            <a:r>
              <a:rPr sz="2400" b="1">
                <a:solidFill>
                  <a:srgbClr val="B8AEC5"/>
                </a:solidFill>
              </a:rPr>
              <a:t>→</a:t>
            </a:r>
          </a:p>
        </p:txBody>
      </p:sp>
      <p:sp>
        <p:nvSpPr>
          <p:cNvPr id="20" name="context-arrow-b">
            <a:extLst xmlns:a="http://schemas.openxmlformats.org/drawingml/2006/main">
              <a:ext uri="{FF2B5EF4-FFF2-40B4-BE49-F238E27FC236}">
                <a16:creationId xmlns:a16="http://schemas.microsoft.com/office/drawing/2014/main" id="{232EDE69-B6E3-4D78-83C5-29DA96AD313E}"/>
              </a:ext>
            </a:extLst>
          </p:cNvPr>
          <p:cNvSpPr>
            <a:spLocks xmlns:a="http://schemas.openxmlformats.org/drawingml/2006/main" noGrp="1"/>
          </p:cNvSpPr>
          <p:nvPr/>
        </p:nvSpPr>
        <p:spPr>
          <a:xfrm xmlns:a="http://schemas.openxmlformats.org/drawingml/2006/main">
            <a:off x="5715000" y="4210050"/>
            <a:ext cx="533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8AEC5"/>
                </a:solidFill>
              </a:defRPr>
            </a:pPr>
            <a:r>
              <a:rPr sz="2400" b="1">
                <a:solidFill>
                  <a:srgbClr val="B8AEC5"/>
                </a:solidFill>
              </a:rPr>
              <a:t>→</a:t>
            </a:r>
          </a:p>
        </p:txBody>
      </p:sp>
      <p:sp>
        <p:nvSpPr>
          <p:cNvPr id="21" name="context-record">
            <a:extLst xmlns:a="http://schemas.openxmlformats.org/drawingml/2006/main">
              <a:ext uri="{FF2B5EF4-FFF2-40B4-BE49-F238E27FC236}">
                <a16:creationId xmlns:a16="http://schemas.microsoft.com/office/drawing/2014/main" id="{7D4EB18A-E09E-4562-A1D8-7281BBCD3898}"/>
              </a:ext>
            </a:extLst>
          </p:cNvPr>
          <p:cNvSpPr>
            <a:spLocks xmlns:a="http://schemas.openxmlformats.org/drawingml/2006/main" noGrp="1"/>
          </p:cNvSpPr>
          <p:nvPr/>
        </p:nvSpPr>
        <p:spPr>
          <a:xfrm xmlns:a="http://schemas.openxmlformats.org/drawingml/2006/main">
            <a:off x="6572250" y="2133600"/>
            <a:ext cx="4248150" cy="3238500"/>
          </a:xfrm>
          <a:prstGeom xmlns:a="http://schemas.openxmlformats.org/drawingml/2006/main" prst="roundRect">
            <a:avLst>
              <a:gd name="adj" fmla="val 8824"/>
            </a:avLst>
          </a:prstGeom>
          <a:solidFill xmlns:a="http://schemas.openxmlformats.org/drawingml/2006/main">
            <a:srgbClr val="101020"/>
          </a:solidFill>
          <a:ln xmlns:a="http://schemas.openxmlformats.org/drawingml/2006/main" w="9525">
            <a:solidFill>
              <a:srgbClr val="62C4D4"/>
            </a:solidFill>
            <a:prstDash val="solid"/>
          </a:ln>
        </p:spPr>
      </p:sp>
      <p:sp>
        <p:nvSpPr>
          <p:cNvPr id="22" name="context-record-kicker">
            <a:extLst xmlns:a="http://schemas.openxmlformats.org/drawingml/2006/main">
              <a:ext uri="{FF2B5EF4-FFF2-40B4-BE49-F238E27FC236}">
                <a16:creationId xmlns:a16="http://schemas.microsoft.com/office/drawing/2014/main" id="{C76F7C48-F501-42AD-BD83-32BE4459E85C}"/>
              </a:ext>
            </a:extLst>
          </p:cNvPr>
          <p:cNvSpPr>
            <a:spLocks xmlns:a="http://schemas.openxmlformats.org/drawingml/2006/main" noGrp="1"/>
          </p:cNvSpPr>
          <p:nvPr/>
        </p:nvSpPr>
        <p:spPr>
          <a:xfrm xmlns:a="http://schemas.openxmlformats.org/drawingml/2006/main">
            <a:off x="6991350" y="24765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2C4D4"/>
                </a:solidFill>
              </a:defRPr>
            </a:pPr>
            <a:r>
              <a:rPr sz="1125" b="1">
                <a:solidFill>
                  <a:srgbClr val="62C4D4"/>
                </a:solidFill>
              </a:rPr>
              <a:t>DECISION CONTEXT</a:t>
            </a:r>
          </a:p>
        </p:txBody>
      </p:sp>
      <p:sp>
        <p:nvSpPr>
          <p:cNvPr id="23" name="context-record-main">
            <a:extLst xmlns:a="http://schemas.openxmlformats.org/drawingml/2006/main">
              <a:ext uri="{FF2B5EF4-FFF2-40B4-BE49-F238E27FC236}">
                <a16:creationId xmlns:a16="http://schemas.microsoft.com/office/drawing/2014/main" id="{50E6190F-F2AB-4B91-8675-00F923198812}"/>
              </a:ext>
            </a:extLst>
          </p:cNvPr>
          <p:cNvSpPr>
            <a:spLocks xmlns:a="http://schemas.openxmlformats.org/drawingml/2006/main" noGrp="1"/>
          </p:cNvSpPr>
          <p:nvPr/>
        </p:nvSpPr>
        <p:spPr>
          <a:xfrm xmlns:a="http://schemas.openxmlformats.org/drawingml/2006/main">
            <a:off x="6991350" y="2990850"/>
            <a:ext cx="31432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FF5DC"/>
                </a:solidFill>
              </a:defRPr>
            </a:pPr>
            <a:r>
              <a:rPr sz="2100" b="1">
                <a:solidFill>
                  <a:srgbClr val="FFF5DC"/>
                </a:solidFill>
              </a:rPr>
              <a:t>Source</a:t>
            </a:r>
          </a:p>
          <a:p xmlns:a="http://schemas.openxmlformats.org/drawingml/2006/main">
            <a:pPr algn="l">
              <a:defRPr sz="2100" b="1">
                <a:solidFill>
                  <a:srgbClr val="FFF5DC"/>
                </a:solidFill>
              </a:defRPr>
            </a:pPr>
            <a:r>
              <a:rPr sz="2100" b="1">
                <a:solidFill>
                  <a:srgbClr val="FFF5DC"/>
                </a:solidFill>
              </a:rPr>
              <a:t>Tools</a:t>
            </a:r>
          </a:p>
          <a:p xmlns:a="http://schemas.openxmlformats.org/drawingml/2006/main">
            <a:pPr algn="l">
              <a:defRPr sz="2100" b="1">
                <a:solidFill>
                  <a:srgbClr val="FFF5DC"/>
                </a:solidFill>
              </a:defRPr>
            </a:pPr>
            <a:r>
              <a:rPr sz="2100" b="1">
                <a:solidFill>
                  <a:srgbClr val="FFF5DC"/>
                </a:solidFill>
              </a:rPr>
              <a:t>Fetch time</a:t>
            </a:r>
          </a:p>
          <a:p xmlns:a="http://schemas.openxmlformats.org/drawingml/2006/main">
            <a:pPr algn="l">
              <a:defRPr sz="2100" b="1">
                <a:solidFill>
                  <a:srgbClr val="FFF5DC"/>
                </a:solidFill>
              </a:defRPr>
            </a:pPr>
            <a:r>
              <a:rPr sz="2100" b="1">
                <a:solidFill>
                  <a:srgbClr val="FFF5DC"/>
                </a:solidFill>
              </a:rPr>
              <a:t>Pruned facts</a:t>
            </a:r>
          </a:p>
        </p:txBody>
      </p:sp>
      <p:sp>
        <p:nvSpPr>
          <p:cNvPr id="24" name="context-record-foot">
            <a:extLst xmlns:a="http://schemas.openxmlformats.org/drawingml/2006/main">
              <a:ext uri="{FF2B5EF4-FFF2-40B4-BE49-F238E27FC236}">
                <a16:creationId xmlns:a16="http://schemas.microsoft.com/office/drawing/2014/main" id="{6A8FCC36-A3C9-4590-AE42-FAC810674DA5}"/>
              </a:ext>
            </a:extLst>
          </p:cNvPr>
          <p:cNvSpPr>
            <a:spLocks xmlns:a="http://schemas.openxmlformats.org/drawingml/2006/main" noGrp="1"/>
          </p:cNvSpPr>
          <p:nvPr/>
        </p:nvSpPr>
        <p:spPr>
          <a:xfrm xmlns:a="http://schemas.openxmlformats.org/drawingml/2006/main">
            <a:off x="6991350" y="49149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B8AEC5"/>
                </a:solidFill>
              </a:defRPr>
            </a:pPr>
            <a:r>
              <a:rPr sz="1200" b="0">
                <a:solidFill>
                  <a:srgbClr val="B8AEC5"/>
                </a:solidFill>
              </a:rPr>
              <a:t>Persisted beside the recommendation</a:t>
            </a:r>
          </a:p>
        </p:txBody>
      </p:sp>
    </p:spTree>
    <p:extLst>
      <p:ext uri="{BB962C8B-B14F-4D97-AF65-F5344CB8AC3E}">
        <p14:creationId xmlns:p14="http://schemas.microsoft.com/office/powerpoint/2010/main" val="1756157612"/>
      </p:ext>
    </p:extLst>
  </p:cSld>
</p:sld>
</file>

<file path=ppt/slides/slide5.xml><?xml version="1.0" encoding="utf-8"?>
<p:sld xmlns:p="http://schemas.openxmlformats.org/presentationml/2006/main">
  <p:cSld>
    <p:bg>
      <p:bgPr>
        <a:solidFill xmlns:a="http://schemas.openxmlformats.org/drawingml/2006/main">
          <a:srgbClr val="070812"/>
        </a:solidFill>
      </p:bgPr>
    </p:bg>
    <p:spTree>
      <p:nvGrpSpPr>
        <p:cNvPr id="1" name=""/>
        <p:cNvGrpSpPr/>
        <p:nvPr/>
      </p:nvGrpSpPr>
      <p:grpSpPr>
        <a:xfrm xmlns:a="http://schemas.openxmlformats.org/drawingml/2006/main"/>
      </p:grpSpPr>
      <p:sp>
        <p:nvSpPr>
          <p:cNvPr id="22" name="top-amber-5">
            <a:extLst xmlns:a="http://schemas.openxmlformats.org/drawingml/2006/main">
              <a:ext uri="{FF2B5EF4-FFF2-40B4-BE49-F238E27FC236}">
                <a16:creationId xmlns:a16="http://schemas.microsoft.com/office/drawing/2014/main" id="{F412A361-BCF0-4313-A4FB-79932546885F}"/>
              </a:ext>
            </a:extLst>
          </p:cNvPr>
          <p:cNvSpPr>
            <a:spLocks xmlns:a="http://schemas.openxmlformats.org/drawingml/2006/main" noGrp="1"/>
          </p:cNvSpPr>
          <p:nvPr/>
        </p:nvSpPr>
        <p:spPr>
          <a:xfrm xmlns:a="http://schemas.openxmlformats.org/drawingml/2006/main">
            <a:off x="0" y="0"/>
            <a:ext cx="5334000" cy="171450"/>
          </a:xfrm>
          <a:prstGeom xmlns:a="http://schemas.openxmlformats.org/drawingml/2006/main" prst="roundRect">
            <a:avLst>
              <a:gd name="adj" fmla="val 50000"/>
            </a:avLst>
          </a:prstGeom>
          <a:solidFill xmlns:a="http://schemas.openxmlformats.org/drawingml/2006/main">
            <a:srgbClr val="F5A43A"/>
          </a:solidFill>
          <a:ln xmlns:a="http://schemas.openxmlformats.org/drawingml/2006/main" w="0">
            <a:noFill/>
            <a:prstDash val="solid"/>
          </a:ln>
        </p:spPr>
      </p:sp>
      <p:sp>
        <p:nvSpPr>
          <p:cNvPr id="2" name="top-coral-5">
            <a:extLst xmlns:a="http://schemas.openxmlformats.org/drawingml/2006/main">
              <a:ext uri="{FF2B5EF4-FFF2-40B4-BE49-F238E27FC236}">
                <a16:creationId xmlns:a16="http://schemas.microsoft.com/office/drawing/2014/main" id="{322BD349-20C9-4310-9499-D205D064E6F3}"/>
              </a:ext>
            </a:extLst>
          </p:cNvPr>
          <p:cNvSpPr>
            <a:spLocks xmlns:a="http://schemas.openxmlformats.org/drawingml/2006/main" noGrp="1"/>
          </p:cNvSpPr>
          <p:nvPr/>
        </p:nvSpPr>
        <p:spPr>
          <a:xfrm xmlns:a="http://schemas.openxmlformats.org/drawingml/2006/main">
            <a:off x="5448300" y="0"/>
            <a:ext cx="2438400" cy="171450"/>
          </a:xfrm>
          <a:prstGeom xmlns:a="http://schemas.openxmlformats.org/drawingml/2006/main" prst="roundRect">
            <a:avLst>
              <a:gd name="adj" fmla="val 50000"/>
            </a:avLst>
          </a:prstGeom>
          <a:solidFill xmlns:a="http://schemas.openxmlformats.org/drawingml/2006/main">
            <a:srgbClr val="E77C73"/>
          </a:solidFill>
          <a:ln xmlns:a="http://schemas.openxmlformats.org/drawingml/2006/main" w="0">
            <a:noFill/>
            <a:prstDash val="solid"/>
          </a:ln>
        </p:spPr>
      </p:sp>
      <p:sp>
        <p:nvSpPr>
          <p:cNvPr id="3" name="top-lavender-5">
            <a:extLst xmlns:a="http://schemas.openxmlformats.org/drawingml/2006/main">
              <a:ext uri="{FF2B5EF4-FFF2-40B4-BE49-F238E27FC236}">
                <a16:creationId xmlns:a16="http://schemas.microsoft.com/office/drawing/2014/main" id="{A12EC847-438E-4B69-B78B-CE10C2E4FDD2}"/>
              </a:ext>
            </a:extLst>
          </p:cNvPr>
          <p:cNvSpPr>
            <a:spLocks xmlns:a="http://schemas.openxmlformats.org/drawingml/2006/main" noGrp="1"/>
          </p:cNvSpPr>
          <p:nvPr/>
        </p:nvSpPr>
        <p:spPr>
          <a:xfrm xmlns:a="http://schemas.openxmlformats.org/drawingml/2006/main">
            <a:off x="8001000" y="0"/>
            <a:ext cx="4191000" cy="171450"/>
          </a:xfrm>
          <a:prstGeom xmlns:a="http://schemas.openxmlformats.org/drawingml/2006/main" prst="roundRect">
            <a:avLst>
              <a:gd name="adj" fmla="val 50000"/>
            </a:avLst>
          </a:prstGeom>
          <a:solidFill xmlns:a="http://schemas.openxmlformats.org/drawingml/2006/main">
            <a:srgbClr val="A98AD4"/>
          </a:solidFill>
          <a:ln xmlns:a="http://schemas.openxmlformats.org/drawingml/2006/main" w="0">
            <a:noFill/>
            <a:prstDash val="solid"/>
          </a:ln>
        </p:spPr>
      </p:sp>
      <p:sp>
        <p:nvSpPr>
          <p:cNvPr id="4" name="left-rail-5">
            <a:extLst xmlns:a="http://schemas.openxmlformats.org/drawingml/2006/main">
              <a:ext uri="{FF2B5EF4-FFF2-40B4-BE49-F238E27FC236}">
                <a16:creationId xmlns:a16="http://schemas.microsoft.com/office/drawing/2014/main" id="{534523CF-F3D0-4223-869D-D00C9FCF5C14}"/>
              </a:ext>
            </a:extLst>
          </p:cNvPr>
          <p:cNvSpPr>
            <a:spLocks xmlns:a="http://schemas.openxmlformats.org/drawingml/2006/main" noGrp="1"/>
          </p:cNvSpPr>
          <p:nvPr/>
        </p:nvSpPr>
        <p:spPr>
          <a:xfrm xmlns:a="http://schemas.openxmlformats.org/drawingml/2006/main">
            <a:off x="0" y="304800"/>
            <a:ext cx="228600" cy="5867400"/>
          </a:xfrm>
          <a:prstGeom xmlns:a="http://schemas.openxmlformats.org/drawingml/2006/main" prst="roundRect">
            <a:avLst>
              <a:gd name="adj" fmla="val 50000"/>
            </a:avLst>
          </a:prstGeom>
          <a:solidFill xmlns:a="http://schemas.openxmlformats.org/drawingml/2006/main">
            <a:srgbClr val="D86B33"/>
          </a:solidFill>
          <a:ln xmlns:a="http://schemas.openxmlformats.org/drawingml/2006/main" w="0">
            <a:noFill/>
            <a:prstDash val="solid"/>
          </a:ln>
        </p:spPr>
      </p:sp>
      <p:sp>
        <p:nvSpPr>
          <p:cNvPr id="5" name="left-foot-5">
            <a:extLst xmlns:a="http://schemas.openxmlformats.org/drawingml/2006/main">
              <a:ext uri="{FF2B5EF4-FFF2-40B4-BE49-F238E27FC236}">
                <a16:creationId xmlns:a16="http://schemas.microsoft.com/office/drawing/2014/main" id="{26700408-ED7C-461E-BE2E-58127B964A0B}"/>
              </a:ext>
            </a:extLst>
          </p:cNvPr>
          <p:cNvSpPr>
            <a:spLocks xmlns:a="http://schemas.openxmlformats.org/drawingml/2006/main" noGrp="1"/>
          </p:cNvSpPr>
          <p:nvPr/>
        </p:nvSpPr>
        <p:spPr>
          <a:xfrm xmlns:a="http://schemas.openxmlformats.org/drawingml/2006/main">
            <a:off x="0" y="6286500"/>
            <a:ext cx="1714500" cy="571500"/>
          </a:xfrm>
          <a:prstGeom xmlns:a="http://schemas.openxmlformats.org/drawingml/2006/main" prst="roundRect">
            <a:avLst>
              <a:gd name="adj" fmla="val 40000"/>
            </a:avLst>
          </a:prstGeom>
          <a:solidFill xmlns:a="http://schemas.openxmlformats.org/drawingml/2006/main">
            <a:srgbClr val="C94688"/>
          </a:solidFill>
          <a:ln xmlns:a="http://schemas.openxmlformats.org/drawingml/2006/main" w="0">
            <a:noFill/>
            <a:prstDash val="solid"/>
          </a:ln>
        </p:spPr>
      </p:sp>
      <p:sp>
        <p:nvSpPr>
          <p:cNvPr id="6" name="section-5">
            <a:extLst xmlns:a="http://schemas.openxmlformats.org/drawingml/2006/main">
              <a:ext uri="{FF2B5EF4-FFF2-40B4-BE49-F238E27FC236}">
                <a16:creationId xmlns:a16="http://schemas.microsoft.com/office/drawing/2014/main" id="{0FF40194-BD65-465B-8405-A5DC05D9B6C4}"/>
              </a:ext>
            </a:extLst>
          </p:cNvPr>
          <p:cNvSpPr>
            <a:spLocks xmlns:a="http://schemas.openxmlformats.org/drawingml/2006/main" noGrp="1"/>
          </p:cNvSpPr>
          <p:nvPr/>
        </p:nvSpPr>
        <p:spPr>
          <a:xfrm xmlns:a="http://schemas.openxmlformats.org/drawingml/2006/main">
            <a:off x="476250" y="3810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5A43A"/>
                </a:solidFill>
              </a:defRPr>
            </a:pPr>
            <a:r>
              <a:rPr sz="975" b="1">
                <a:solidFill>
                  <a:srgbClr val="F5A43A"/>
                </a:solidFill>
              </a:rPr>
              <a:t>EVIDENCE</a:t>
            </a:r>
          </a:p>
        </p:txBody>
      </p:sp>
      <p:sp>
        <p:nvSpPr>
          <p:cNvPr id="7" name="page-5">
            <a:extLst xmlns:a="http://schemas.openxmlformats.org/drawingml/2006/main">
              <a:ext uri="{FF2B5EF4-FFF2-40B4-BE49-F238E27FC236}">
                <a16:creationId xmlns:a16="http://schemas.microsoft.com/office/drawing/2014/main" id="{43E7C12E-6DB9-440F-B280-B7AA7783C8CA}"/>
              </a:ext>
            </a:extLst>
          </p:cNvPr>
          <p:cNvSpPr>
            <a:spLocks xmlns:a="http://schemas.openxmlformats.org/drawingml/2006/main" noGrp="1"/>
          </p:cNvSpPr>
          <p:nvPr/>
        </p:nvSpPr>
        <p:spPr>
          <a:xfrm xmlns:a="http://schemas.openxmlformats.org/drawingml/2006/main">
            <a:off x="11277600" y="63627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B8AEC5"/>
                </a:solidFill>
              </a:defRPr>
            </a:pPr>
            <a:r>
              <a:rPr sz="975" b="1">
                <a:solidFill>
                  <a:srgbClr val="B8AEC5"/>
                </a:solidFill>
              </a:rPr>
              <a:t>05</a:t>
            </a:r>
          </a:p>
        </p:txBody>
      </p:sp>
      <p:sp>
        <p:nvSpPr>
          <p:cNvPr id="8" name="title-5">
            <a:extLst xmlns:a="http://schemas.openxmlformats.org/drawingml/2006/main">
              <a:ext uri="{FF2B5EF4-FFF2-40B4-BE49-F238E27FC236}">
                <a16:creationId xmlns:a16="http://schemas.microsoft.com/office/drawing/2014/main" id="{F017AD18-26CA-4818-8E51-AC50E186B06F}"/>
              </a:ext>
            </a:extLst>
          </p:cNvPr>
          <p:cNvSpPr>
            <a:spLocks xmlns:a="http://schemas.openxmlformats.org/drawingml/2006/main" noGrp="1"/>
          </p:cNvSpPr>
          <p:nvPr/>
        </p:nvSpPr>
        <p:spPr>
          <a:xfrm xmlns:a="http://schemas.openxmlformats.org/drawingml/2006/main">
            <a:off x="685800" y="7429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5DC"/>
                </a:solidFill>
              </a:defRPr>
            </a:pPr>
            <a:r>
              <a:rPr sz="3300" b="1">
                <a:solidFill>
                  <a:srgbClr val="FFF5DC"/>
                </a:solidFill>
              </a:rPr>
              <a:t>Every recommendation carries its proof</a:t>
            </a:r>
          </a:p>
        </p:txBody>
      </p:sp>
      <p:sp>
        <p:nvSpPr>
          <p:cNvPr id="9" name="subtitle-5">
            <a:extLst xmlns:a="http://schemas.openxmlformats.org/drawingml/2006/main">
              <a:ext uri="{FF2B5EF4-FFF2-40B4-BE49-F238E27FC236}">
                <a16:creationId xmlns:a16="http://schemas.microsoft.com/office/drawing/2014/main" id="{C1F721A7-9B79-4AE8-860E-277668087C68}"/>
              </a:ext>
            </a:extLst>
          </p:cNvPr>
          <p:cNvSpPr>
            <a:spLocks xmlns:a="http://schemas.openxmlformats.org/drawingml/2006/main" noGrp="1"/>
          </p:cNvSpPr>
          <p:nvPr/>
        </p:nvSpPr>
        <p:spPr>
          <a:xfrm xmlns:a="http://schemas.openxmlformats.org/drawingml/2006/main">
            <a:off x="685800" y="1428750"/>
            <a:ext cx="1009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AEC5"/>
                </a:solidFill>
              </a:defRPr>
            </a:pPr>
            <a:r>
              <a:rPr sz="1650" b="0">
                <a:solidFill>
                  <a:srgbClr val="B8AEC5"/>
                </a:solidFill>
              </a:rPr>
              <a:t>The record explains the decision before anyone approves it.</a:t>
            </a:r>
          </a:p>
        </p:txBody>
      </p:sp>
      <p:sp>
        <p:nvSpPr>
          <p:cNvPr id="10" name="evidence-record">
            <a:extLst xmlns:a="http://schemas.openxmlformats.org/drawingml/2006/main">
              <a:ext uri="{FF2B5EF4-FFF2-40B4-BE49-F238E27FC236}">
                <a16:creationId xmlns:a16="http://schemas.microsoft.com/office/drawing/2014/main" id="{5C0D7A69-2353-4F07-9F0A-17BEC6F4A57E}"/>
              </a:ext>
            </a:extLst>
          </p:cNvPr>
          <p:cNvSpPr>
            <a:spLocks xmlns:a="http://schemas.openxmlformats.org/drawingml/2006/main" noGrp="1"/>
          </p:cNvSpPr>
          <p:nvPr/>
        </p:nvSpPr>
        <p:spPr>
          <a:xfrm xmlns:a="http://schemas.openxmlformats.org/drawingml/2006/main">
            <a:off x="876300" y="2114550"/>
            <a:ext cx="7143750" cy="3486150"/>
          </a:xfrm>
          <a:prstGeom xmlns:a="http://schemas.openxmlformats.org/drawingml/2006/main" prst="roundRect">
            <a:avLst>
              <a:gd name="adj" fmla="val 8197"/>
            </a:avLst>
          </a:prstGeom>
          <a:solidFill xmlns:a="http://schemas.openxmlformats.org/drawingml/2006/main">
            <a:srgbClr val="101020"/>
          </a:solidFill>
          <a:ln xmlns:a="http://schemas.openxmlformats.org/drawingml/2006/main" w="9525">
            <a:solidFill>
              <a:srgbClr val="E77C73"/>
            </a:solidFill>
            <a:prstDash val="solid"/>
          </a:ln>
        </p:spPr>
      </p:sp>
      <p:sp>
        <p:nvSpPr>
          <p:cNvPr id="11" name="evidence-rec-kicker">
            <a:extLst xmlns:a="http://schemas.openxmlformats.org/drawingml/2006/main">
              <a:ext uri="{FF2B5EF4-FFF2-40B4-BE49-F238E27FC236}">
                <a16:creationId xmlns:a16="http://schemas.microsoft.com/office/drawing/2014/main" id="{23264A82-3FA9-4E4E-8C34-7765E579EFFF}"/>
              </a:ext>
            </a:extLst>
          </p:cNvPr>
          <p:cNvSpPr>
            <a:spLocks xmlns:a="http://schemas.openxmlformats.org/drawingml/2006/main" noGrp="1"/>
          </p:cNvSpPr>
          <p:nvPr/>
        </p:nvSpPr>
        <p:spPr>
          <a:xfrm xmlns:a="http://schemas.openxmlformats.org/drawingml/2006/main">
            <a:off x="1295400" y="24574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E77C73"/>
                </a:solidFill>
              </a:defRPr>
            </a:pPr>
            <a:r>
              <a:rPr sz="1050" b="1">
                <a:solidFill>
                  <a:srgbClr val="E77C73"/>
                </a:solidFill>
              </a:rPr>
              <a:t>RECOMMENDATION</a:t>
            </a:r>
          </a:p>
        </p:txBody>
      </p:sp>
      <p:sp>
        <p:nvSpPr>
          <p:cNvPr id="12" name="evidence-rec-title">
            <a:extLst xmlns:a="http://schemas.openxmlformats.org/drawingml/2006/main">
              <a:ext uri="{FF2B5EF4-FFF2-40B4-BE49-F238E27FC236}">
                <a16:creationId xmlns:a16="http://schemas.microsoft.com/office/drawing/2014/main" id="{FCACD7F4-56BC-4726-A66C-89DAD6785C27}"/>
              </a:ext>
            </a:extLst>
          </p:cNvPr>
          <p:cNvSpPr>
            <a:spLocks xmlns:a="http://schemas.openxmlformats.org/drawingml/2006/main" noGrp="1"/>
          </p:cNvSpPr>
          <p:nvPr/>
        </p:nvSpPr>
        <p:spPr>
          <a:xfrm xmlns:a="http://schemas.openxmlformats.org/drawingml/2006/main">
            <a:off x="1295400" y="2876550"/>
            <a:ext cx="5905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F5DC"/>
                </a:solidFill>
              </a:defRPr>
            </a:pPr>
            <a:r>
              <a:rPr sz="2550" b="1">
                <a:solidFill>
                  <a:srgbClr val="FFF5DC"/>
                </a:solidFill>
              </a:rPr>
              <a:t>Reorder the governed</a:t>
            </a:r>
          </a:p>
          <a:p xmlns:a="http://schemas.openxmlformats.org/drawingml/2006/main">
            <a:pPr algn="l">
              <a:defRPr sz="2550" b="1">
                <a:solidFill>
                  <a:srgbClr val="FFF5DC"/>
                </a:solidFill>
              </a:defRPr>
            </a:pPr>
            <a:r>
              <a:rPr sz="2550" b="1">
                <a:solidFill>
                  <a:srgbClr val="FFF5DC"/>
                </a:solidFill>
              </a:rPr>
              <a:t>Northeast candidates</a:t>
            </a:r>
          </a:p>
        </p:txBody>
      </p:sp>
      <p:sp>
        <p:nvSpPr>
          <p:cNvPr id="13" name="evidence-rec-detail">
            <a:extLst xmlns:a="http://schemas.openxmlformats.org/drawingml/2006/main">
              <a:ext uri="{FF2B5EF4-FFF2-40B4-BE49-F238E27FC236}">
                <a16:creationId xmlns:a16="http://schemas.microsoft.com/office/drawing/2014/main" id="{D73364F8-2D35-4083-B37D-39A998E48FF8}"/>
              </a:ext>
            </a:extLst>
          </p:cNvPr>
          <p:cNvSpPr>
            <a:spLocks xmlns:a="http://schemas.openxmlformats.org/drawingml/2006/main" noGrp="1"/>
          </p:cNvSpPr>
          <p:nvPr/>
        </p:nvSpPr>
        <p:spPr>
          <a:xfrm xmlns:a="http://schemas.openxmlformats.org/drawingml/2006/main">
            <a:off x="1295400" y="3981450"/>
            <a:ext cx="600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B8AEC5"/>
                </a:solidFill>
              </a:defRPr>
            </a:pPr>
            <a:r>
              <a:rPr sz="1500" b="0">
                <a:solidFill>
                  <a:srgbClr val="B8AEC5"/>
                </a:solidFill>
              </a:rPr>
              <a:t>Evidence confirms candidate scope, fresh forecast coverage,</a:t>
            </a:r>
          </a:p>
          <a:p xmlns:a="http://schemas.openxmlformats.org/drawingml/2006/main">
            <a:pPr algn="l">
              <a:defRPr sz="1500" b="0">
                <a:solidFill>
                  <a:srgbClr val="B8AEC5"/>
                </a:solidFill>
              </a:defRPr>
            </a:pPr>
            <a:r>
              <a:rPr sz="1500" b="0">
                <a:solidFill>
                  <a:srgbClr val="B8AEC5"/>
                </a:solidFill>
              </a:rPr>
              <a:t>and the inventory and forecast fields used by the agent.</a:t>
            </a:r>
          </a:p>
        </p:txBody>
      </p:sp>
      <p:sp>
        <p:nvSpPr>
          <p:cNvPr id="14" name="ev-a-shape">
            <a:extLst xmlns:a="http://schemas.openxmlformats.org/drawingml/2006/main">
              <a:ext uri="{FF2B5EF4-FFF2-40B4-BE49-F238E27FC236}">
                <a16:creationId xmlns:a16="http://schemas.microsoft.com/office/drawing/2014/main" id="{DE00FD8D-06EB-4E6E-97B2-841BA16B1AB0}"/>
              </a:ext>
            </a:extLst>
          </p:cNvPr>
          <p:cNvSpPr>
            <a:spLocks xmlns:a="http://schemas.openxmlformats.org/drawingml/2006/main" noGrp="1"/>
          </p:cNvSpPr>
          <p:nvPr/>
        </p:nvSpPr>
        <p:spPr>
          <a:xfrm xmlns:a="http://schemas.openxmlformats.org/drawingml/2006/main">
            <a:off x="1295400" y="4953000"/>
            <a:ext cx="1752600" cy="495300"/>
          </a:xfrm>
          <a:prstGeom xmlns:a="http://schemas.openxmlformats.org/drawingml/2006/main" prst="roundRect">
            <a:avLst>
              <a:gd name="adj" fmla="val 50000"/>
            </a:avLst>
          </a:prstGeom>
          <a:solidFill xmlns:a="http://schemas.openxmlformats.org/drawingml/2006/main">
            <a:srgbClr val="F5A43A"/>
          </a:solidFill>
          <a:ln xmlns:a="http://schemas.openxmlformats.org/drawingml/2006/main" w="0">
            <a:noFill/>
            <a:prstDash val="solid"/>
          </a:ln>
        </p:spPr>
      </p:sp>
      <p:sp>
        <p:nvSpPr>
          <p:cNvPr id="15" name="ev-a-label">
            <a:extLst xmlns:a="http://schemas.openxmlformats.org/drawingml/2006/main">
              <a:ext uri="{FF2B5EF4-FFF2-40B4-BE49-F238E27FC236}">
                <a16:creationId xmlns:a16="http://schemas.microsoft.com/office/drawing/2014/main" id="{C3C09BF4-CF76-4291-A1F8-C6430274663E}"/>
              </a:ext>
            </a:extLst>
          </p:cNvPr>
          <p:cNvSpPr>
            <a:spLocks xmlns:a="http://schemas.openxmlformats.org/drawingml/2006/main" noGrp="1"/>
          </p:cNvSpPr>
          <p:nvPr/>
        </p:nvSpPr>
        <p:spPr>
          <a:xfrm xmlns:a="http://schemas.openxmlformats.org/drawingml/2006/main">
            <a:off x="1409700" y="5076825"/>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70812"/>
                </a:solidFill>
              </a:defRPr>
            </a:pPr>
            <a:r>
              <a:rPr sz="1350" b="1">
                <a:solidFill>
                  <a:srgbClr val="070812"/>
                </a:solidFill>
              </a:rPr>
              <a:t>3 CANDIDATES</a:t>
            </a:r>
          </a:p>
        </p:txBody>
      </p:sp>
      <p:sp>
        <p:nvSpPr>
          <p:cNvPr id="16" name="ev-b-shape">
            <a:extLst xmlns:a="http://schemas.openxmlformats.org/drawingml/2006/main">
              <a:ext uri="{FF2B5EF4-FFF2-40B4-BE49-F238E27FC236}">
                <a16:creationId xmlns:a16="http://schemas.microsoft.com/office/drawing/2014/main" id="{C2C4B9F5-B8CB-44B6-9DF6-38F5C338E009}"/>
              </a:ext>
            </a:extLst>
          </p:cNvPr>
          <p:cNvSpPr>
            <a:spLocks xmlns:a="http://schemas.openxmlformats.org/drawingml/2006/main" noGrp="1"/>
          </p:cNvSpPr>
          <p:nvPr/>
        </p:nvSpPr>
        <p:spPr>
          <a:xfrm xmlns:a="http://schemas.openxmlformats.org/drawingml/2006/main">
            <a:off x="3181350" y="4953000"/>
            <a:ext cx="1200150" cy="495300"/>
          </a:xfrm>
          <a:prstGeom xmlns:a="http://schemas.openxmlformats.org/drawingml/2006/main" prst="roundRect">
            <a:avLst>
              <a:gd name="adj" fmla="val 50000"/>
            </a:avLst>
          </a:prstGeom>
          <a:solidFill xmlns:a="http://schemas.openxmlformats.org/drawingml/2006/main">
            <a:srgbClr val="7AC7A7"/>
          </a:solidFill>
          <a:ln xmlns:a="http://schemas.openxmlformats.org/drawingml/2006/main" w="0">
            <a:noFill/>
            <a:prstDash val="solid"/>
          </a:ln>
        </p:spPr>
      </p:sp>
      <p:sp>
        <p:nvSpPr>
          <p:cNvPr id="17" name="ev-b-label">
            <a:extLst xmlns:a="http://schemas.openxmlformats.org/drawingml/2006/main">
              <a:ext uri="{FF2B5EF4-FFF2-40B4-BE49-F238E27FC236}">
                <a16:creationId xmlns:a16="http://schemas.microsoft.com/office/drawing/2014/main" id="{71AF5A90-61AB-4245-B7E1-081EA1F91531}"/>
              </a:ext>
            </a:extLst>
          </p:cNvPr>
          <p:cNvSpPr>
            <a:spLocks xmlns:a="http://schemas.openxmlformats.org/drawingml/2006/main" noGrp="1"/>
          </p:cNvSpPr>
          <p:nvPr/>
        </p:nvSpPr>
        <p:spPr>
          <a:xfrm xmlns:a="http://schemas.openxmlformats.org/drawingml/2006/main">
            <a:off x="3295650" y="5076825"/>
            <a:ext cx="971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70812"/>
                </a:solidFill>
              </a:defRPr>
            </a:pPr>
            <a:r>
              <a:rPr sz="1350" b="1">
                <a:solidFill>
                  <a:srgbClr val="070812"/>
                </a:solidFill>
              </a:rPr>
              <a:t>FRESH</a:t>
            </a:r>
          </a:p>
        </p:txBody>
      </p:sp>
      <p:sp>
        <p:nvSpPr>
          <p:cNvPr id="18" name="ev-c-shape">
            <a:extLst xmlns:a="http://schemas.openxmlformats.org/drawingml/2006/main">
              <a:ext uri="{FF2B5EF4-FFF2-40B4-BE49-F238E27FC236}">
                <a16:creationId xmlns:a16="http://schemas.microsoft.com/office/drawing/2014/main" id="{8AF86197-33D0-4DE9-9000-06D22B3FDC24}"/>
              </a:ext>
            </a:extLst>
          </p:cNvPr>
          <p:cNvSpPr>
            <a:spLocks xmlns:a="http://schemas.openxmlformats.org/drawingml/2006/main" noGrp="1"/>
          </p:cNvSpPr>
          <p:nvPr/>
        </p:nvSpPr>
        <p:spPr>
          <a:xfrm xmlns:a="http://schemas.openxmlformats.org/drawingml/2006/main">
            <a:off x="4514850" y="4953000"/>
            <a:ext cx="1504950" cy="495300"/>
          </a:xfrm>
          <a:prstGeom xmlns:a="http://schemas.openxmlformats.org/drawingml/2006/main" prst="roundRect">
            <a:avLst>
              <a:gd name="adj" fmla="val 50000"/>
            </a:avLst>
          </a:prstGeom>
          <a:solidFill xmlns:a="http://schemas.openxmlformats.org/drawingml/2006/main">
            <a:srgbClr val="A98AD4"/>
          </a:solidFill>
          <a:ln xmlns:a="http://schemas.openxmlformats.org/drawingml/2006/main" w="0">
            <a:noFill/>
            <a:prstDash val="solid"/>
          </a:ln>
        </p:spPr>
      </p:sp>
      <p:sp>
        <p:nvSpPr>
          <p:cNvPr id="19" name="ev-c-label">
            <a:extLst xmlns:a="http://schemas.openxmlformats.org/drawingml/2006/main">
              <a:ext uri="{FF2B5EF4-FFF2-40B4-BE49-F238E27FC236}">
                <a16:creationId xmlns:a16="http://schemas.microsoft.com/office/drawing/2014/main" id="{4FE1BAAB-A417-4794-AF0D-4D20007FB139}"/>
              </a:ext>
            </a:extLst>
          </p:cNvPr>
          <p:cNvSpPr>
            <a:spLocks xmlns:a="http://schemas.openxmlformats.org/drawingml/2006/main" noGrp="1"/>
          </p:cNvSpPr>
          <p:nvPr/>
        </p:nvSpPr>
        <p:spPr>
          <a:xfrm xmlns:a="http://schemas.openxmlformats.org/drawingml/2006/main">
            <a:off x="4629150" y="5076825"/>
            <a:ext cx="1276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70812"/>
                </a:solidFill>
              </a:defRPr>
            </a:pPr>
            <a:r>
              <a:rPr sz="1350" b="1">
                <a:solidFill>
                  <a:srgbClr val="070812"/>
                </a:solidFill>
              </a:rPr>
              <a:t>10 FIELDS</a:t>
            </a:r>
          </a:p>
        </p:txBody>
      </p:sp>
      <p:sp>
        <p:nvSpPr>
          <p:cNvPr id="20" name="evidence-side-big">
            <a:extLst xmlns:a="http://schemas.openxmlformats.org/drawingml/2006/main">
              <a:ext uri="{FF2B5EF4-FFF2-40B4-BE49-F238E27FC236}">
                <a16:creationId xmlns:a16="http://schemas.microsoft.com/office/drawing/2014/main" id="{8C9960BB-1A33-4B5D-9BC2-90A64565A08C}"/>
              </a:ext>
            </a:extLst>
          </p:cNvPr>
          <p:cNvSpPr>
            <a:spLocks xmlns:a="http://schemas.openxmlformats.org/drawingml/2006/main" noGrp="1"/>
          </p:cNvSpPr>
          <p:nvPr/>
        </p:nvSpPr>
        <p:spPr>
          <a:xfrm xmlns:a="http://schemas.openxmlformats.org/drawingml/2006/main">
            <a:off x="8705850" y="2476500"/>
            <a:ext cx="23812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F5A43A"/>
                </a:solidFill>
              </a:defRPr>
            </a:pPr>
            <a:r>
              <a:rPr sz="3450" b="1">
                <a:solidFill>
                  <a:srgbClr val="F5A43A"/>
                </a:solidFill>
              </a:rPr>
              <a:t>Proof</a:t>
            </a:r>
          </a:p>
          <a:p xmlns:a="http://schemas.openxmlformats.org/drawingml/2006/main">
            <a:pPr algn="l">
              <a:defRPr sz="3450" b="1">
                <a:solidFill>
                  <a:srgbClr val="F5A43A"/>
                </a:solidFill>
              </a:defRPr>
            </a:pPr>
            <a:r>
              <a:rPr sz="3450" b="1">
                <a:solidFill>
                  <a:srgbClr val="F5A43A"/>
                </a:solidFill>
              </a:rPr>
              <a:t>before</a:t>
            </a:r>
          </a:p>
          <a:p xmlns:a="http://schemas.openxmlformats.org/drawingml/2006/main">
            <a:pPr algn="l">
              <a:defRPr sz="3450" b="1">
                <a:solidFill>
                  <a:srgbClr val="F5A43A"/>
                </a:solidFill>
              </a:defRPr>
            </a:pPr>
            <a:r>
              <a:rPr sz="3450" b="1">
                <a:solidFill>
                  <a:srgbClr val="F5A43A"/>
                </a:solidFill>
              </a:rPr>
              <a:t>power.</a:t>
            </a:r>
          </a:p>
        </p:txBody>
      </p:sp>
      <p:sp>
        <p:nvSpPr>
          <p:cNvPr id="21" name="evidence-side-small">
            <a:extLst xmlns:a="http://schemas.openxmlformats.org/drawingml/2006/main">
              <a:ext uri="{FF2B5EF4-FFF2-40B4-BE49-F238E27FC236}">
                <a16:creationId xmlns:a16="http://schemas.microsoft.com/office/drawing/2014/main" id="{B0718FF1-209A-47E6-A58E-51CB0C0D0460}"/>
              </a:ext>
            </a:extLst>
          </p:cNvPr>
          <p:cNvSpPr>
            <a:spLocks xmlns:a="http://schemas.openxmlformats.org/drawingml/2006/main" noGrp="1"/>
          </p:cNvSpPr>
          <p:nvPr/>
        </p:nvSpPr>
        <p:spPr>
          <a:xfrm xmlns:a="http://schemas.openxmlformats.org/drawingml/2006/main">
            <a:off x="8743950" y="4476750"/>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FFF5DC"/>
                </a:solidFill>
              </a:defRPr>
            </a:pPr>
            <a:r>
              <a:rPr sz="1425" b="0">
                <a:solidFill>
                  <a:srgbClr val="FFF5DC"/>
                </a:solidFill>
              </a:rPr>
              <a:t>The approval button is a governance boundary, not decoration.</a:t>
            </a:r>
          </a:p>
        </p:txBody>
      </p:sp>
    </p:spTree>
    <p:extLst>
      <p:ext uri="{BB962C8B-B14F-4D97-AF65-F5344CB8AC3E}">
        <p14:creationId xmlns:p14="http://schemas.microsoft.com/office/powerpoint/2010/main" val="526896129"/>
      </p:ext>
    </p:extLst>
  </p:cSld>
</p:sld>
</file>

<file path=ppt/slides/slide6.xml><?xml version="1.0" encoding="utf-8"?>
<p:sld xmlns:p="http://schemas.openxmlformats.org/presentationml/2006/main">
  <p:cSld>
    <p:bg>
      <p:bgPr>
        <a:solidFill xmlns:a="http://schemas.openxmlformats.org/drawingml/2006/main">
          <a:srgbClr val="070812"/>
        </a:solidFill>
      </p:bgPr>
    </p:bg>
    <p:spTree>
      <p:nvGrpSpPr>
        <p:cNvPr id="1" name=""/>
        <p:cNvGrpSpPr/>
        <p:nvPr/>
      </p:nvGrpSpPr>
      <p:grpSpPr>
        <a:xfrm xmlns:a="http://schemas.openxmlformats.org/drawingml/2006/main"/>
      </p:grpSpPr>
      <p:sp>
        <p:nvSpPr>
          <p:cNvPr id="26" name="top-amber-6">
            <a:extLst xmlns:a="http://schemas.openxmlformats.org/drawingml/2006/main">
              <a:ext uri="{FF2B5EF4-FFF2-40B4-BE49-F238E27FC236}">
                <a16:creationId xmlns:a16="http://schemas.microsoft.com/office/drawing/2014/main" id="{874DCC1C-62AB-4481-9BC2-2CAEC1C80D3C}"/>
              </a:ext>
            </a:extLst>
          </p:cNvPr>
          <p:cNvSpPr>
            <a:spLocks xmlns:a="http://schemas.openxmlformats.org/drawingml/2006/main" noGrp="1"/>
          </p:cNvSpPr>
          <p:nvPr/>
        </p:nvSpPr>
        <p:spPr>
          <a:xfrm xmlns:a="http://schemas.openxmlformats.org/drawingml/2006/main">
            <a:off x="0" y="0"/>
            <a:ext cx="5334000" cy="171450"/>
          </a:xfrm>
          <a:prstGeom xmlns:a="http://schemas.openxmlformats.org/drawingml/2006/main" prst="roundRect">
            <a:avLst>
              <a:gd name="adj" fmla="val 50000"/>
            </a:avLst>
          </a:prstGeom>
          <a:solidFill xmlns:a="http://schemas.openxmlformats.org/drawingml/2006/main">
            <a:srgbClr val="F5A43A"/>
          </a:solidFill>
          <a:ln xmlns:a="http://schemas.openxmlformats.org/drawingml/2006/main" w="0">
            <a:noFill/>
            <a:prstDash val="solid"/>
          </a:ln>
        </p:spPr>
      </p:sp>
      <p:sp>
        <p:nvSpPr>
          <p:cNvPr id="2" name="top-coral-6">
            <a:extLst xmlns:a="http://schemas.openxmlformats.org/drawingml/2006/main">
              <a:ext uri="{FF2B5EF4-FFF2-40B4-BE49-F238E27FC236}">
                <a16:creationId xmlns:a16="http://schemas.microsoft.com/office/drawing/2014/main" id="{63D522FF-8450-46FC-80C1-532C5EF3166D}"/>
              </a:ext>
            </a:extLst>
          </p:cNvPr>
          <p:cNvSpPr>
            <a:spLocks xmlns:a="http://schemas.openxmlformats.org/drawingml/2006/main" noGrp="1"/>
          </p:cNvSpPr>
          <p:nvPr/>
        </p:nvSpPr>
        <p:spPr>
          <a:xfrm xmlns:a="http://schemas.openxmlformats.org/drawingml/2006/main">
            <a:off x="5448300" y="0"/>
            <a:ext cx="2438400" cy="171450"/>
          </a:xfrm>
          <a:prstGeom xmlns:a="http://schemas.openxmlformats.org/drawingml/2006/main" prst="roundRect">
            <a:avLst>
              <a:gd name="adj" fmla="val 50000"/>
            </a:avLst>
          </a:prstGeom>
          <a:solidFill xmlns:a="http://schemas.openxmlformats.org/drawingml/2006/main">
            <a:srgbClr val="E77C73"/>
          </a:solidFill>
          <a:ln xmlns:a="http://schemas.openxmlformats.org/drawingml/2006/main" w="0">
            <a:noFill/>
            <a:prstDash val="solid"/>
          </a:ln>
        </p:spPr>
      </p:sp>
      <p:sp>
        <p:nvSpPr>
          <p:cNvPr id="3" name="top-lavender-6">
            <a:extLst xmlns:a="http://schemas.openxmlformats.org/drawingml/2006/main">
              <a:ext uri="{FF2B5EF4-FFF2-40B4-BE49-F238E27FC236}">
                <a16:creationId xmlns:a16="http://schemas.microsoft.com/office/drawing/2014/main" id="{9B401E6C-02CB-4D97-BF55-C7BEFC64D21D}"/>
              </a:ext>
            </a:extLst>
          </p:cNvPr>
          <p:cNvSpPr>
            <a:spLocks xmlns:a="http://schemas.openxmlformats.org/drawingml/2006/main" noGrp="1"/>
          </p:cNvSpPr>
          <p:nvPr/>
        </p:nvSpPr>
        <p:spPr>
          <a:xfrm xmlns:a="http://schemas.openxmlformats.org/drawingml/2006/main">
            <a:off x="8001000" y="0"/>
            <a:ext cx="4191000" cy="171450"/>
          </a:xfrm>
          <a:prstGeom xmlns:a="http://schemas.openxmlformats.org/drawingml/2006/main" prst="roundRect">
            <a:avLst>
              <a:gd name="adj" fmla="val 50000"/>
            </a:avLst>
          </a:prstGeom>
          <a:solidFill xmlns:a="http://schemas.openxmlformats.org/drawingml/2006/main">
            <a:srgbClr val="A98AD4"/>
          </a:solidFill>
          <a:ln xmlns:a="http://schemas.openxmlformats.org/drawingml/2006/main" w="0">
            <a:noFill/>
            <a:prstDash val="solid"/>
          </a:ln>
        </p:spPr>
      </p:sp>
      <p:sp>
        <p:nvSpPr>
          <p:cNvPr id="4" name="left-rail-6">
            <a:extLst xmlns:a="http://schemas.openxmlformats.org/drawingml/2006/main">
              <a:ext uri="{FF2B5EF4-FFF2-40B4-BE49-F238E27FC236}">
                <a16:creationId xmlns:a16="http://schemas.microsoft.com/office/drawing/2014/main" id="{2EB56416-840A-4C4D-AEF0-043C836742C2}"/>
              </a:ext>
            </a:extLst>
          </p:cNvPr>
          <p:cNvSpPr>
            <a:spLocks xmlns:a="http://schemas.openxmlformats.org/drawingml/2006/main" noGrp="1"/>
          </p:cNvSpPr>
          <p:nvPr/>
        </p:nvSpPr>
        <p:spPr>
          <a:xfrm xmlns:a="http://schemas.openxmlformats.org/drawingml/2006/main">
            <a:off x="0" y="304800"/>
            <a:ext cx="228600" cy="5867400"/>
          </a:xfrm>
          <a:prstGeom xmlns:a="http://schemas.openxmlformats.org/drawingml/2006/main" prst="roundRect">
            <a:avLst>
              <a:gd name="adj" fmla="val 50000"/>
            </a:avLst>
          </a:prstGeom>
          <a:solidFill xmlns:a="http://schemas.openxmlformats.org/drawingml/2006/main">
            <a:srgbClr val="D86B33"/>
          </a:solidFill>
          <a:ln xmlns:a="http://schemas.openxmlformats.org/drawingml/2006/main" w="0">
            <a:noFill/>
            <a:prstDash val="solid"/>
          </a:ln>
        </p:spPr>
      </p:sp>
      <p:sp>
        <p:nvSpPr>
          <p:cNvPr id="5" name="left-foot-6">
            <a:extLst xmlns:a="http://schemas.openxmlformats.org/drawingml/2006/main">
              <a:ext uri="{FF2B5EF4-FFF2-40B4-BE49-F238E27FC236}">
                <a16:creationId xmlns:a16="http://schemas.microsoft.com/office/drawing/2014/main" id="{B894E62A-F67B-482E-A415-A16BD133A18B}"/>
              </a:ext>
            </a:extLst>
          </p:cNvPr>
          <p:cNvSpPr>
            <a:spLocks xmlns:a="http://schemas.openxmlformats.org/drawingml/2006/main" noGrp="1"/>
          </p:cNvSpPr>
          <p:nvPr/>
        </p:nvSpPr>
        <p:spPr>
          <a:xfrm xmlns:a="http://schemas.openxmlformats.org/drawingml/2006/main">
            <a:off x="0" y="6286500"/>
            <a:ext cx="1714500" cy="571500"/>
          </a:xfrm>
          <a:prstGeom xmlns:a="http://schemas.openxmlformats.org/drawingml/2006/main" prst="roundRect">
            <a:avLst>
              <a:gd name="adj" fmla="val 40000"/>
            </a:avLst>
          </a:prstGeom>
          <a:solidFill xmlns:a="http://schemas.openxmlformats.org/drawingml/2006/main">
            <a:srgbClr val="C94688"/>
          </a:solidFill>
          <a:ln xmlns:a="http://schemas.openxmlformats.org/drawingml/2006/main" w="0">
            <a:noFill/>
            <a:prstDash val="solid"/>
          </a:ln>
        </p:spPr>
      </p:sp>
      <p:sp>
        <p:nvSpPr>
          <p:cNvPr id="6" name="section-6">
            <a:extLst xmlns:a="http://schemas.openxmlformats.org/drawingml/2006/main">
              <a:ext uri="{FF2B5EF4-FFF2-40B4-BE49-F238E27FC236}">
                <a16:creationId xmlns:a16="http://schemas.microsoft.com/office/drawing/2014/main" id="{DD310BCF-A12B-450D-99E3-4F63ABED18C5}"/>
              </a:ext>
            </a:extLst>
          </p:cNvPr>
          <p:cNvSpPr>
            <a:spLocks xmlns:a="http://schemas.openxmlformats.org/drawingml/2006/main" noGrp="1"/>
          </p:cNvSpPr>
          <p:nvPr/>
        </p:nvSpPr>
        <p:spPr>
          <a:xfrm xmlns:a="http://schemas.openxmlformats.org/drawingml/2006/main">
            <a:off x="476250" y="3810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5A43A"/>
                </a:solidFill>
              </a:defRPr>
            </a:pPr>
            <a:r>
              <a:rPr sz="975" b="1">
                <a:solidFill>
                  <a:srgbClr val="F5A43A"/>
                </a:solidFill>
              </a:rPr>
              <a:t>PROJECTION</a:t>
            </a:r>
          </a:p>
        </p:txBody>
      </p:sp>
      <p:sp>
        <p:nvSpPr>
          <p:cNvPr id="7" name="page-6">
            <a:extLst xmlns:a="http://schemas.openxmlformats.org/drawingml/2006/main">
              <a:ext uri="{FF2B5EF4-FFF2-40B4-BE49-F238E27FC236}">
                <a16:creationId xmlns:a16="http://schemas.microsoft.com/office/drawing/2014/main" id="{0E76E38E-9F49-4C7A-A69D-68C9137F6032}"/>
              </a:ext>
            </a:extLst>
          </p:cNvPr>
          <p:cNvSpPr>
            <a:spLocks xmlns:a="http://schemas.openxmlformats.org/drawingml/2006/main" noGrp="1"/>
          </p:cNvSpPr>
          <p:nvPr/>
        </p:nvSpPr>
        <p:spPr>
          <a:xfrm xmlns:a="http://schemas.openxmlformats.org/drawingml/2006/main">
            <a:off x="11277600" y="63627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B8AEC5"/>
                </a:solidFill>
              </a:defRPr>
            </a:pPr>
            <a:r>
              <a:rPr sz="975" b="1">
                <a:solidFill>
                  <a:srgbClr val="B8AEC5"/>
                </a:solidFill>
              </a:rPr>
              <a:t>06</a:t>
            </a:r>
          </a:p>
        </p:txBody>
      </p:sp>
      <p:sp>
        <p:nvSpPr>
          <p:cNvPr id="8" name="title-6">
            <a:extLst xmlns:a="http://schemas.openxmlformats.org/drawingml/2006/main">
              <a:ext uri="{FF2B5EF4-FFF2-40B4-BE49-F238E27FC236}">
                <a16:creationId xmlns:a16="http://schemas.microsoft.com/office/drawing/2014/main" id="{7A889188-E5BB-40D2-B546-5DC8136B1A19}"/>
              </a:ext>
            </a:extLst>
          </p:cNvPr>
          <p:cNvSpPr>
            <a:spLocks xmlns:a="http://schemas.openxmlformats.org/drawingml/2006/main" noGrp="1"/>
          </p:cNvSpPr>
          <p:nvPr/>
        </p:nvSpPr>
        <p:spPr>
          <a:xfrm xmlns:a="http://schemas.openxmlformats.org/drawingml/2006/main">
            <a:off x="685800" y="7429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5DC"/>
                </a:solidFill>
              </a:defRPr>
            </a:pPr>
            <a:r>
              <a:rPr sz="3300" b="1">
                <a:solidFill>
                  <a:srgbClr val="FFF5DC"/>
                </a:solidFill>
              </a:rPr>
              <a:t>Approval writes the decision back to DataHub</a:t>
            </a:r>
          </a:p>
        </p:txBody>
      </p:sp>
      <p:sp>
        <p:nvSpPr>
          <p:cNvPr id="9" name="subtitle-6">
            <a:extLst xmlns:a="http://schemas.openxmlformats.org/drawingml/2006/main">
              <a:ext uri="{FF2B5EF4-FFF2-40B4-BE49-F238E27FC236}">
                <a16:creationId xmlns:a16="http://schemas.microsoft.com/office/drawing/2014/main" id="{2E23C8E9-9604-4FDE-9416-D26B18BEF247}"/>
              </a:ext>
            </a:extLst>
          </p:cNvPr>
          <p:cNvSpPr>
            <a:spLocks xmlns:a="http://schemas.openxmlformats.org/drawingml/2006/main" noGrp="1"/>
          </p:cNvSpPr>
          <p:nvPr/>
        </p:nvSpPr>
        <p:spPr>
          <a:xfrm xmlns:a="http://schemas.openxmlformats.org/drawingml/2006/main">
            <a:off x="685800" y="1428750"/>
            <a:ext cx="1009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AEC5"/>
                </a:solidFill>
              </a:defRPr>
            </a:pPr>
            <a:r>
              <a:rPr sz="1650" b="0">
                <a:solidFill>
                  <a:srgbClr val="B8AEC5"/>
                </a:solidFill>
              </a:rPr>
              <a:t>A catalog document links the decision to the governed datasets.</a:t>
            </a:r>
          </a:p>
        </p:txBody>
      </p:sp>
      <p:sp>
        <p:nvSpPr>
          <p:cNvPr id="10" name="projection-decision-body">
            <a:extLst xmlns:a="http://schemas.openxmlformats.org/drawingml/2006/main">
              <a:ext uri="{FF2B5EF4-FFF2-40B4-BE49-F238E27FC236}">
                <a16:creationId xmlns:a16="http://schemas.microsoft.com/office/drawing/2014/main" id="{BF0AD4B3-9977-463B-82FF-4D7676AEC7A3}"/>
              </a:ext>
            </a:extLst>
          </p:cNvPr>
          <p:cNvSpPr>
            <a:spLocks xmlns:a="http://schemas.openxmlformats.org/drawingml/2006/main" noGrp="1"/>
          </p:cNvSpPr>
          <p:nvPr/>
        </p:nvSpPr>
        <p:spPr>
          <a:xfrm xmlns:a="http://schemas.openxmlformats.org/drawingml/2006/main">
            <a:off x="857250" y="2724150"/>
            <a:ext cx="3048000" cy="1066800"/>
          </a:xfrm>
          <a:prstGeom xmlns:a="http://schemas.openxmlformats.org/drawingml/2006/main" prst="roundRect">
            <a:avLst>
              <a:gd name="adj" fmla="val 21429"/>
            </a:avLst>
          </a:prstGeom>
          <a:solidFill xmlns:a="http://schemas.openxmlformats.org/drawingml/2006/main">
            <a:srgbClr val="101020"/>
          </a:solidFill>
          <a:ln xmlns:a="http://schemas.openxmlformats.org/drawingml/2006/main" w="9525">
            <a:solidFill>
              <a:srgbClr val="7AC7A7"/>
            </a:solidFill>
            <a:prstDash val="solid"/>
          </a:ln>
        </p:spPr>
      </p:sp>
      <p:sp>
        <p:nvSpPr>
          <p:cNvPr id="11" name="projection-decision-accent">
            <a:extLst xmlns:a="http://schemas.openxmlformats.org/drawingml/2006/main">
              <a:ext uri="{FF2B5EF4-FFF2-40B4-BE49-F238E27FC236}">
                <a16:creationId xmlns:a16="http://schemas.microsoft.com/office/drawing/2014/main" id="{386ABC27-271F-48F4-8F97-FDE85ABC9BA5}"/>
              </a:ext>
            </a:extLst>
          </p:cNvPr>
          <p:cNvSpPr>
            <a:spLocks xmlns:a="http://schemas.openxmlformats.org/drawingml/2006/main" noGrp="1"/>
          </p:cNvSpPr>
          <p:nvPr/>
        </p:nvSpPr>
        <p:spPr>
          <a:xfrm xmlns:a="http://schemas.openxmlformats.org/drawingml/2006/main">
            <a:off x="857250" y="2724150"/>
            <a:ext cx="152400" cy="1066800"/>
          </a:xfrm>
          <a:prstGeom xmlns:a="http://schemas.openxmlformats.org/drawingml/2006/main" prst="roundRect">
            <a:avLst>
              <a:gd name="adj" fmla="val 50000"/>
            </a:avLst>
          </a:prstGeom>
          <a:solidFill xmlns:a="http://schemas.openxmlformats.org/drawingml/2006/main">
            <a:srgbClr val="7AC7A7"/>
          </a:solidFill>
          <a:ln xmlns:a="http://schemas.openxmlformats.org/drawingml/2006/main" w="0">
            <a:noFill/>
            <a:prstDash val="solid"/>
          </a:ln>
        </p:spPr>
      </p:sp>
      <p:sp>
        <p:nvSpPr>
          <p:cNvPr id="12" name="projection-decision-label">
            <a:extLst xmlns:a="http://schemas.openxmlformats.org/drawingml/2006/main">
              <a:ext uri="{FF2B5EF4-FFF2-40B4-BE49-F238E27FC236}">
                <a16:creationId xmlns:a16="http://schemas.microsoft.com/office/drawing/2014/main" id="{0FF2FD07-F5C2-49AE-B573-54E45147139E}"/>
              </a:ext>
            </a:extLst>
          </p:cNvPr>
          <p:cNvSpPr>
            <a:spLocks xmlns:a="http://schemas.openxmlformats.org/drawingml/2006/main" noGrp="1"/>
          </p:cNvSpPr>
          <p:nvPr/>
        </p:nvSpPr>
        <p:spPr>
          <a:xfrm xmlns:a="http://schemas.openxmlformats.org/drawingml/2006/main">
            <a:off x="1162050" y="2914650"/>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5DC"/>
                </a:solidFill>
              </a:defRPr>
            </a:pPr>
            <a:r>
              <a:rPr sz="1575" b="1">
                <a:solidFill>
                  <a:srgbClr val="FFF5DC"/>
                </a:solidFill>
              </a:rPr>
              <a:t>APPROVED DECISION</a:t>
            </a:r>
          </a:p>
        </p:txBody>
      </p:sp>
      <p:sp>
        <p:nvSpPr>
          <p:cNvPr id="13" name="projection-decision-detail">
            <a:extLst xmlns:a="http://schemas.openxmlformats.org/drawingml/2006/main">
              <a:ext uri="{FF2B5EF4-FFF2-40B4-BE49-F238E27FC236}">
                <a16:creationId xmlns:a16="http://schemas.microsoft.com/office/drawing/2014/main" id="{86798FBD-0887-469A-AC76-33F47540E120}"/>
              </a:ext>
            </a:extLst>
          </p:cNvPr>
          <p:cNvSpPr>
            <a:spLocks xmlns:a="http://schemas.openxmlformats.org/drawingml/2006/main" noGrp="1"/>
          </p:cNvSpPr>
          <p:nvPr/>
        </p:nvSpPr>
        <p:spPr>
          <a:xfrm xmlns:a="http://schemas.openxmlformats.org/drawingml/2006/main">
            <a:off x="1162050" y="3276600"/>
            <a:ext cx="2590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B8AEC5"/>
                </a:solidFill>
              </a:defRPr>
            </a:pPr>
            <a:r>
              <a:rPr sz="1125" b="0">
                <a:solidFill>
                  <a:srgbClr val="B8AEC5"/>
                </a:solidFill>
              </a:rPr>
              <a:t>Human authorization + evidence snapshot</a:t>
            </a:r>
          </a:p>
        </p:txBody>
      </p:sp>
      <p:sp>
        <p:nvSpPr>
          <p:cNvPr id="14" name="projection-arrow-a">
            <a:extLst xmlns:a="http://schemas.openxmlformats.org/drawingml/2006/main">
              <a:ext uri="{FF2B5EF4-FFF2-40B4-BE49-F238E27FC236}">
                <a16:creationId xmlns:a16="http://schemas.microsoft.com/office/drawing/2014/main" id="{94E47C9B-B0A1-4388-9920-E4F85A3E9CE2}"/>
              </a:ext>
            </a:extLst>
          </p:cNvPr>
          <p:cNvSpPr>
            <a:spLocks xmlns:a="http://schemas.openxmlformats.org/drawingml/2006/main" noGrp="1"/>
          </p:cNvSpPr>
          <p:nvPr/>
        </p:nvSpPr>
        <p:spPr>
          <a:xfrm xmlns:a="http://schemas.openxmlformats.org/drawingml/2006/main">
            <a:off x="4114800" y="3048000"/>
            <a:ext cx="55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B8AEC5"/>
                </a:solidFill>
              </a:defRPr>
            </a:pPr>
            <a:r>
              <a:rPr sz="2550" b="1">
                <a:solidFill>
                  <a:srgbClr val="B8AEC5"/>
                </a:solidFill>
              </a:rPr>
              <a:t>→</a:t>
            </a:r>
          </a:p>
        </p:txBody>
      </p:sp>
      <p:sp>
        <p:nvSpPr>
          <p:cNvPr id="15" name="projection-doc-body">
            <a:extLst xmlns:a="http://schemas.openxmlformats.org/drawingml/2006/main">
              <a:ext uri="{FF2B5EF4-FFF2-40B4-BE49-F238E27FC236}">
                <a16:creationId xmlns:a16="http://schemas.microsoft.com/office/drawing/2014/main" id="{8AB81DDA-0158-4A25-8157-A593827FA16D}"/>
              </a:ext>
            </a:extLst>
          </p:cNvPr>
          <p:cNvSpPr>
            <a:spLocks xmlns:a="http://schemas.openxmlformats.org/drawingml/2006/main" noGrp="1"/>
          </p:cNvSpPr>
          <p:nvPr/>
        </p:nvSpPr>
        <p:spPr>
          <a:xfrm xmlns:a="http://schemas.openxmlformats.org/drawingml/2006/main">
            <a:off x="4819650" y="2724150"/>
            <a:ext cx="3048000" cy="1066800"/>
          </a:xfrm>
          <a:prstGeom xmlns:a="http://schemas.openxmlformats.org/drawingml/2006/main" prst="roundRect">
            <a:avLst>
              <a:gd name="adj" fmla="val 21429"/>
            </a:avLst>
          </a:prstGeom>
          <a:solidFill xmlns:a="http://schemas.openxmlformats.org/drawingml/2006/main">
            <a:srgbClr val="101020"/>
          </a:solidFill>
          <a:ln xmlns:a="http://schemas.openxmlformats.org/drawingml/2006/main" w="9525">
            <a:solidFill>
              <a:srgbClr val="F5A43A"/>
            </a:solidFill>
            <a:prstDash val="solid"/>
          </a:ln>
        </p:spPr>
      </p:sp>
      <p:sp>
        <p:nvSpPr>
          <p:cNvPr id="16" name="projection-doc-accent">
            <a:extLst xmlns:a="http://schemas.openxmlformats.org/drawingml/2006/main">
              <a:ext uri="{FF2B5EF4-FFF2-40B4-BE49-F238E27FC236}">
                <a16:creationId xmlns:a16="http://schemas.microsoft.com/office/drawing/2014/main" id="{EFE85291-6780-432D-AB02-564FA0DAA6BC}"/>
              </a:ext>
            </a:extLst>
          </p:cNvPr>
          <p:cNvSpPr>
            <a:spLocks xmlns:a="http://schemas.openxmlformats.org/drawingml/2006/main" noGrp="1"/>
          </p:cNvSpPr>
          <p:nvPr/>
        </p:nvSpPr>
        <p:spPr>
          <a:xfrm xmlns:a="http://schemas.openxmlformats.org/drawingml/2006/main">
            <a:off x="4819650" y="2724150"/>
            <a:ext cx="152400" cy="1066800"/>
          </a:xfrm>
          <a:prstGeom xmlns:a="http://schemas.openxmlformats.org/drawingml/2006/main" prst="roundRect">
            <a:avLst>
              <a:gd name="adj" fmla="val 50000"/>
            </a:avLst>
          </a:prstGeom>
          <a:solidFill xmlns:a="http://schemas.openxmlformats.org/drawingml/2006/main">
            <a:srgbClr val="F5A43A"/>
          </a:solidFill>
          <a:ln xmlns:a="http://schemas.openxmlformats.org/drawingml/2006/main" w="0">
            <a:noFill/>
            <a:prstDash val="solid"/>
          </a:ln>
        </p:spPr>
      </p:sp>
      <p:sp>
        <p:nvSpPr>
          <p:cNvPr id="17" name="projection-doc-label">
            <a:extLst xmlns:a="http://schemas.openxmlformats.org/drawingml/2006/main">
              <a:ext uri="{FF2B5EF4-FFF2-40B4-BE49-F238E27FC236}">
                <a16:creationId xmlns:a16="http://schemas.microsoft.com/office/drawing/2014/main" id="{8014D72A-6296-4F7A-A34F-15C37CA93052}"/>
              </a:ext>
            </a:extLst>
          </p:cNvPr>
          <p:cNvSpPr>
            <a:spLocks xmlns:a="http://schemas.openxmlformats.org/drawingml/2006/main" noGrp="1"/>
          </p:cNvSpPr>
          <p:nvPr/>
        </p:nvSpPr>
        <p:spPr>
          <a:xfrm xmlns:a="http://schemas.openxmlformats.org/drawingml/2006/main">
            <a:off x="5124450" y="2914650"/>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5DC"/>
                </a:solidFill>
              </a:defRPr>
            </a:pPr>
            <a:r>
              <a:rPr sz="1575" b="1">
                <a:solidFill>
                  <a:srgbClr val="FFF5DC"/>
                </a:solidFill>
              </a:rPr>
              <a:t>DATAHUB DOCUMENT</a:t>
            </a:r>
          </a:p>
        </p:txBody>
      </p:sp>
      <p:sp>
        <p:nvSpPr>
          <p:cNvPr id="18" name="projection-doc-detail">
            <a:extLst xmlns:a="http://schemas.openxmlformats.org/drawingml/2006/main">
              <a:ext uri="{FF2B5EF4-FFF2-40B4-BE49-F238E27FC236}">
                <a16:creationId xmlns:a16="http://schemas.microsoft.com/office/drawing/2014/main" id="{CBEA1884-CF31-474D-8DB9-4A52DB254314}"/>
              </a:ext>
            </a:extLst>
          </p:cNvPr>
          <p:cNvSpPr>
            <a:spLocks xmlns:a="http://schemas.openxmlformats.org/drawingml/2006/main" noGrp="1"/>
          </p:cNvSpPr>
          <p:nvPr/>
        </p:nvSpPr>
        <p:spPr>
          <a:xfrm xmlns:a="http://schemas.openxmlformats.org/drawingml/2006/main">
            <a:off x="5124450" y="3276600"/>
            <a:ext cx="2590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B8AEC5"/>
                </a:solidFill>
              </a:defRPr>
            </a:pPr>
            <a:r>
              <a:rPr sz="1125" b="0">
                <a:solidFill>
                  <a:srgbClr val="B8AEC5"/>
                </a:solidFill>
              </a:rPr>
              <a:t>Decision URN + lifecycle metadata</a:t>
            </a:r>
          </a:p>
        </p:txBody>
      </p:sp>
      <p:sp>
        <p:nvSpPr>
          <p:cNvPr id="19" name="projection-arrow-b">
            <a:extLst xmlns:a="http://schemas.openxmlformats.org/drawingml/2006/main">
              <a:ext uri="{FF2B5EF4-FFF2-40B4-BE49-F238E27FC236}">
                <a16:creationId xmlns:a16="http://schemas.microsoft.com/office/drawing/2014/main" id="{9D518E13-EB15-4CA1-8180-9E7E05E4823F}"/>
              </a:ext>
            </a:extLst>
          </p:cNvPr>
          <p:cNvSpPr>
            <a:spLocks xmlns:a="http://schemas.openxmlformats.org/drawingml/2006/main" noGrp="1"/>
          </p:cNvSpPr>
          <p:nvPr/>
        </p:nvSpPr>
        <p:spPr>
          <a:xfrm xmlns:a="http://schemas.openxmlformats.org/drawingml/2006/main">
            <a:off x="8077200" y="3048000"/>
            <a:ext cx="55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B8AEC5"/>
                </a:solidFill>
              </a:defRPr>
            </a:pPr>
            <a:r>
              <a:rPr sz="2550" b="1">
                <a:solidFill>
                  <a:srgbClr val="B8AEC5"/>
                </a:solidFill>
              </a:rPr>
              <a:t>→</a:t>
            </a:r>
          </a:p>
        </p:txBody>
      </p:sp>
      <p:sp>
        <p:nvSpPr>
          <p:cNvPr id="20" name="projection-links-body">
            <a:extLst xmlns:a="http://schemas.openxmlformats.org/drawingml/2006/main">
              <a:ext uri="{FF2B5EF4-FFF2-40B4-BE49-F238E27FC236}">
                <a16:creationId xmlns:a16="http://schemas.microsoft.com/office/drawing/2014/main" id="{0C742235-B00F-4F2F-B2FF-BBC4AE267711}"/>
              </a:ext>
            </a:extLst>
          </p:cNvPr>
          <p:cNvSpPr>
            <a:spLocks xmlns:a="http://schemas.openxmlformats.org/drawingml/2006/main" noGrp="1"/>
          </p:cNvSpPr>
          <p:nvPr/>
        </p:nvSpPr>
        <p:spPr>
          <a:xfrm xmlns:a="http://schemas.openxmlformats.org/drawingml/2006/main">
            <a:off x="8782050" y="2724150"/>
            <a:ext cx="2571750" cy="1066800"/>
          </a:xfrm>
          <a:prstGeom xmlns:a="http://schemas.openxmlformats.org/drawingml/2006/main" prst="roundRect">
            <a:avLst>
              <a:gd name="adj" fmla="val 21429"/>
            </a:avLst>
          </a:prstGeom>
          <a:solidFill xmlns:a="http://schemas.openxmlformats.org/drawingml/2006/main">
            <a:srgbClr val="101020"/>
          </a:solidFill>
          <a:ln xmlns:a="http://schemas.openxmlformats.org/drawingml/2006/main" w="9525">
            <a:solidFill>
              <a:srgbClr val="62C4D4"/>
            </a:solidFill>
            <a:prstDash val="solid"/>
          </a:ln>
        </p:spPr>
      </p:sp>
      <p:sp>
        <p:nvSpPr>
          <p:cNvPr id="21" name="projection-links-accent">
            <a:extLst xmlns:a="http://schemas.openxmlformats.org/drawingml/2006/main">
              <a:ext uri="{FF2B5EF4-FFF2-40B4-BE49-F238E27FC236}">
                <a16:creationId xmlns:a16="http://schemas.microsoft.com/office/drawing/2014/main" id="{5762F826-608B-4207-BC89-77C0DBA05FAA}"/>
              </a:ext>
            </a:extLst>
          </p:cNvPr>
          <p:cNvSpPr>
            <a:spLocks xmlns:a="http://schemas.openxmlformats.org/drawingml/2006/main" noGrp="1"/>
          </p:cNvSpPr>
          <p:nvPr/>
        </p:nvSpPr>
        <p:spPr>
          <a:xfrm xmlns:a="http://schemas.openxmlformats.org/drawingml/2006/main">
            <a:off x="8782050" y="2724150"/>
            <a:ext cx="152400" cy="1066800"/>
          </a:xfrm>
          <a:prstGeom xmlns:a="http://schemas.openxmlformats.org/drawingml/2006/main" prst="roundRect">
            <a:avLst>
              <a:gd name="adj" fmla="val 50000"/>
            </a:avLst>
          </a:prstGeom>
          <a:solidFill xmlns:a="http://schemas.openxmlformats.org/drawingml/2006/main">
            <a:srgbClr val="62C4D4"/>
          </a:solidFill>
          <a:ln xmlns:a="http://schemas.openxmlformats.org/drawingml/2006/main" w="0">
            <a:noFill/>
            <a:prstDash val="solid"/>
          </a:ln>
        </p:spPr>
      </p:sp>
      <p:sp>
        <p:nvSpPr>
          <p:cNvPr id="22" name="projection-links-label">
            <a:extLst xmlns:a="http://schemas.openxmlformats.org/drawingml/2006/main">
              <a:ext uri="{FF2B5EF4-FFF2-40B4-BE49-F238E27FC236}">
                <a16:creationId xmlns:a16="http://schemas.microsoft.com/office/drawing/2014/main" id="{54492176-239E-4ECE-834B-907734501D23}"/>
              </a:ext>
            </a:extLst>
          </p:cNvPr>
          <p:cNvSpPr>
            <a:spLocks xmlns:a="http://schemas.openxmlformats.org/drawingml/2006/main" noGrp="1"/>
          </p:cNvSpPr>
          <p:nvPr/>
        </p:nvSpPr>
        <p:spPr>
          <a:xfrm xmlns:a="http://schemas.openxmlformats.org/drawingml/2006/main">
            <a:off x="9086850" y="2914650"/>
            <a:ext cx="2114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5DC"/>
                </a:solidFill>
              </a:defRPr>
            </a:pPr>
            <a:r>
              <a:rPr sz="1575" b="1">
                <a:solidFill>
                  <a:srgbClr val="FFF5DC"/>
                </a:solidFill>
              </a:rPr>
              <a:t>RELATED DATASETS</a:t>
            </a:r>
          </a:p>
        </p:txBody>
      </p:sp>
      <p:sp>
        <p:nvSpPr>
          <p:cNvPr id="23" name="projection-links-detail">
            <a:extLst xmlns:a="http://schemas.openxmlformats.org/drawingml/2006/main">
              <a:ext uri="{FF2B5EF4-FFF2-40B4-BE49-F238E27FC236}">
                <a16:creationId xmlns:a16="http://schemas.microsoft.com/office/drawing/2014/main" id="{941073FA-7369-4CD8-A0F0-71B4DF09AEC9}"/>
              </a:ext>
            </a:extLst>
          </p:cNvPr>
          <p:cNvSpPr>
            <a:spLocks xmlns:a="http://schemas.openxmlformats.org/drawingml/2006/main" noGrp="1"/>
          </p:cNvSpPr>
          <p:nvPr/>
        </p:nvSpPr>
        <p:spPr>
          <a:xfrm xmlns:a="http://schemas.openxmlformats.org/drawingml/2006/main">
            <a:off x="9086850" y="327660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B8AEC5"/>
                </a:solidFill>
              </a:defRPr>
            </a:pPr>
            <a:r>
              <a:rPr sz="1125" b="0">
                <a:solidFill>
                  <a:srgbClr val="B8AEC5"/>
                </a:solidFill>
              </a:rPr>
              <a:t>Inventory + Northeast forecast</a:t>
            </a:r>
          </a:p>
        </p:txBody>
      </p:sp>
      <p:sp>
        <p:nvSpPr>
          <p:cNvPr id="24" name="projection-proof">
            <a:extLst xmlns:a="http://schemas.openxmlformats.org/drawingml/2006/main">
              <a:ext uri="{FF2B5EF4-FFF2-40B4-BE49-F238E27FC236}">
                <a16:creationId xmlns:a16="http://schemas.microsoft.com/office/drawing/2014/main" id="{3ECF05B4-526E-45D3-B2D3-CC93D6D393F2}"/>
              </a:ext>
            </a:extLst>
          </p:cNvPr>
          <p:cNvSpPr>
            <a:spLocks xmlns:a="http://schemas.openxmlformats.org/drawingml/2006/main" noGrp="1"/>
          </p:cNvSpPr>
          <p:nvPr/>
        </p:nvSpPr>
        <p:spPr>
          <a:xfrm xmlns:a="http://schemas.openxmlformats.org/drawingml/2006/main">
            <a:off x="1885950" y="4648200"/>
            <a:ext cx="8420100" cy="742950"/>
          </a:xfrm>
          <a:prstGeom xmlns:a="http://schemas.openxmlformats.org/drawingml/2006/main" prst="roundRect">
            <a:avLst>
              <a:gd name="adj" fmla="val 28205"/>
            </a:avLst>
          </a:prstGeom>
          <a:solidFill xmlns:a="http://schemas.openxmlformats.org/drawingml/2006/main">
            <a:srgbClr val="101020"/>
          </a:solidFill>
          <a:ln xmlns:a="http://schemas.openxmlformats.org/drawingml/2006/main" w="9525">
            <a:solidFill>
              <a:srgbClr val="342B48"/>
            </a:solidFill>
            <a:prstDash val="solid"/>
          </a:ln>
        </p:spPr>
      </p:sp>
      <p:sp>
        <p:nvSpPr>
          <p:cNvPr id="25" name="projection-proof-copy">
            <a:extLst xmlns:a="http://schemas.openxmlformats.org/drawingml/2006/main">
              <a:ext uri="{FF2B5EF4-FFF2-40B4-BE49-F238E27FC236}">
                <a16:creationId xmlns:a16="http://schemas.microsoft.com/office/drawing/2014/main" id="{7916B4AA-946B-4DF9-AA09-DB8FACDA7825}"/>
              </a:ext>
            </a:extLst>
          </p:cNvPr>
          <p:cNvSpPr>
            <a:spLocks xmlns:a="http://schemas.openxmlformats.org/drawingml/2006/main" noGrp="1"/>
          </p:cNvSpPr>
          <p:nvPr/>
        </p:nvSpPr>
        <p:spPr>
          <a:xfrm xmlns:a="http://schemas.openxmlformats.org/drawingml/2006/main">
            <a:off x="2209800" y="4857750"/>
            <a:ext cx="7772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FFF5DC"/>
                </a:solidFill>
              </a:defRPr>
            </a:pPr>
            <a:r>
              <a:rPr sz="1575" b="1">
                <a:solidFill>
                  <a:srgbClr val="FFF5DC"/>
                </a:solidFill>
              </a:rPr>
              <a:t>Readback verified: document created • 2 datasets related • non-global scope</a:t>
            </a:r>
          </a:p>
        </p:txBody>
      </p:sp>
    </p:spTree>
    <p:extLst>
      <p:ext uri="{BB962C8B-B14F-4D97-AF65-F5344CB8AC3E}">
        <p14:creationId xmlns:p14="http://schemas.microsoft.com/office/powerpoint/2010/main" val="1416492870"/>
      </p:ext>
    </p:extLst>
  </p:cSld>
</p:sld>
</file>

<file path=ppt/slides/slide7.xml><?xml version="1.0" encoding="utf-8"?>
<p:sld xmlns:p="http://schemas.openxmlformats.org/presentationml/2006/main">
  <p:cSld>
    <p:bg>
      <p:bgPr>
        <a:solidFill xmlns:a="http://schemas.openxmlformats.org/drawingml/2006/main">
          <a:srgbClr val="070812"/>
        </a:solidFill>
      </p:bgPr>
    </p:bg>
    <p:spTree>
      <p:nvGrpSpPr>
        <p:cNvPr id="1" name=""/>
        <p:cNvGrpSpPr/>
        <p:nvPr/>
      </p:nvGrpSpPr>
      <p:grpSpPr>
        <a:xfrm xmlns:a="http://schemas.openxmlformats.org/drawingml/2006/main"/>
      </p:grpSpPr>
      <p:sp>
        <p:nvSpPr>
          <p:cNvPr id="27" name="top-amber-7">
            <a:extLst xmlns:a="http://schemas.openxmlformats.org/drawingml/2006/main">
              <a:ext uri="{FF2B5EF4-FFF2-40B4-BE49-F238E27FC236}">
                <a16:creationId xmlns:a16="http://schemas.microsoft.com/office/drawing/2014/main" id="{A88DA0D5-C33E-4D1C-AE16-DD201E93958B}"/>
              </a:ext>
            </a:extLst>
          </p:cNvPr>
          <p:cNvSpPr>
            <a:spLocks xmlns:a="http://schemas.openxmlformats.org/drawingml/2006/main" noGrp="1"/>
          </p:cNvSpPr>
          <p:nvPr/>
        </p:nvSpPr>
        <p:spPr>
          <a:xfrm xmlns:a="http://schemas.openxmlformats.org/drawingml/2006/main">
            <a:off x="0" y="0"/>
            <a:ext cx="5334000" cy="171450"/>
          </a:xfrm>
          <a:prstGeom xmlns:a="http://schemas.openxmlformats.org/drawingml/2006/main" prst="roundRect">
            <a:avLst>
              <a:gd name="adj" fmla="val 50000"/>
            </a:avLst>
          </a:prstGeom>
          <a:solidFill xmlns:a="http://schemas.openxmlformats.org/drawingml/2006/main">
            <a:srgbClr val="F5A43A"/>
          </a:solidFill>
          <a:ln xmlns:a="http://schemas.openxmlformats.org/drawingml/2006/main" w="0">
            <a:noFill/>
            <a:prstDash val="solid"/>
          </a:ln>
        </p:spPr>
      </p:sp>
      <p:sp>
        <p:nvSpPr>
          <p:cNvPr id="2" name="top-coral-7">
            <a:extLst xmlns:a="http://schemas.openxmlformats.org/drawingml/2006/main">
              <a:ext uri="{FF2B5EF4-FFF2-40B4-BE49-F238E27FC236}">
                <a16:creationId xmlns:a16="http://schemas.microsoft.com/office/drawing/2014/main" id="{57B9A48D-38D1-487D-9834-A12786738E57}"/>
              </a:ext>
            </a:extLst>
          </p:cNvPr>
          <p:cNvSpPr>
            <a:spLocks xmlns:a="http://schemas.openxmlformats.org/drawingml/2006/main" noGrp="1"/>
          </p:cNvSpPr>
          <p:nvPr/>
        </p:nvSpPr>
        <p:spPr>
          <a:xfrm xmlns:a="http://schemas.openxmlformats.org/drawingml/2006/main">
            <a:off x="5448300" y="0"/>
            <a:ext cx="2438400" cy="171450"/>
          </a:xfrm>
          <a:prstGeom xmlns:a="http://schemas.openxmlformats.org/drawingml/2006/main" prst="roundRect">
            <a:avLst>
              <a:gd name="adj" fmla="val 50000"/>
            </a:avLst>
          </a:prstGeom>
          <a:solidFill xmlns:a="http://schemas.openxmlformats.org/drawingml/2006/main">
            <a:srgbClr val="E77C73"/>
          </a:solidFill>
          <a:ln xmlns:a="http://schemas.openxmlformats.org/drawingml/2006/main" w="0">
            <a:noFill/>
            <a:prstDash val="solid"/>
          </a:ln>
        </p:spPr>
      </p:sp>
      <p:sp>
        <p:nvSpPr>
          <p:cNvPr id="3" name="top-lavender-7">
            <a:extLst xmlns:a="http://schemas.openxmlformats.org/drawingml/2006/main">
              <a:ext uri="{FF2B5EF4-FFF2-40B4-BE49-F238E27FC236}">
                <a16:creationId xmlns:a16="http://schemas.microsoft.com/office/drawing/2014/main" id="{6B6FE7BB-9A42-40A2-ACA6-A077A54AF5CC}"/>
              </a:ext>
            </a:extLst>
          </p:cNvPr>
          <p:cNvSpPr>
            <a:spLocks xmlns:a="http://schemas.openxmlformats.org/drawingml/2006/main" noGrp="1"/>
          </p:cNvSpPr>
          <p:nvPr/>
        </p:nvSpPr>
        <p:spPr>
          <a:xfrm xmlns:a="http://schemas.openxmlformats.org/drawingml/2006/main">
            <a:off x="8001000" y="0"/>
            <a:ext cx="4191000" cy="171450"/>
          </a:xfrm>
          <a:prstGeom xmlns:a="http://schemas.openxmlformats.org/drawingml/2006/main" prst="roundRect">
            <a:avLst>
              <a:gd name="adj" fmla="val 50000"/>
            </a:avLst>
          </a:prstGeom>
          <a:solidFill xmlns:a="http://schemas.openxmlformats.org/drawingml/2006/main">
            <a:srgbClr val="A98AD4"/>
          </a:solidFill>
          <a:ln xmlns:a="http://schemas.openxmlformats.org/drawingml/2006/main" w="0">
            <a:noFill/>
            <a:prstDash val="solid"/>
          </a:ln>
        </p:spPr>
      </p:sp>
      <p:sp>
        <p:nvSpPr>
          <p:cNvPr id="4" name="left-rail-7">
            <a:extLst xmlns:a="http://schemas.openxmlformats.org/drawingml/2006/main">
              <a:ext uri="{FF2B5EF4-FFF2-40B4-BE49-F238E27FC236}">
                <a16:creationId xmlns:a16="http://schemas.microsoft.com/office/drawing/2014/main" id="{B15706B0-AE21-4212-93EF-DEDEE9BC288A}"/>
              </a:ext>
            </a:extLst>
          </p:cNvPr>
          <p:cNvSpPr>
            <a:spLocks xmlns:a="http://schemas.openxmlformats.org/drawingml/2006/main" noGrp="1"/>
          </p:cNvSpPr>
          <p:nvPr/>
        </p:nvSpPr>
        <p:spPr>
          <a:xfrm xmlns:a="http://schemas.openxmlformats.org/drawingml/2006/main">
            <a:off x="0" y="304800"/>
            <a:ext cx="228600" cy="5867400"/>
          </a:xfrm>
          <a:prstGeom xmlns:a="http://schemas.openxmlformats.org/drawingml/2006/main" prst="roundRect">
            <a:avLst>
              <a:gd name="adj" fmla="val 50000"/>
            </a:avLst>
          </a:prstGeom>
          <a:solidFill xmlns:a="http://schemas.openxmlformats.org/drawingml/2006/main">
            <a:srgbClr val="D86B33"/>
          </a:solidFill>
          <a:ln xmlns:a="http://schemas.openxmlformats.org/drawingml/2006/main" w="0">
            <a:noFill/>
            <a:prstDash val="solid"/>
          </a:ln>
        </p:spPr>
      </p:sp>
      <p:sp>
        <p:nvSpPr>
          <p:cNvPr id="5" name="left-foot-7">
            <a:extLst xmlns:a="http://schemas.openxmlformats.org/drawingml/2006/main">
              <a:ext uri="{FF2B5EF4-FFF2-40B4-BE49-F238E27FC236}">
                <a16:creationId xmlns:a16="http://schemas.microsoft.com/office/drawing/2014/main" id="{ABD4AE14-D546-4E1D-88DF-FA8CEE7D84E4}"/>
              </a:ext>
            </a:extLst>
          </p:cNvPr>
          <p:cNvSpPr>
            <a:spLocks xmlns:a="http://schemas.openxmlformats.org/drawingml/2006/main" noGrp="1"/>
          </p:cNvSpPr>
          <p:nvPr/>
        </p:nvSpPr>
        <p:spPr>
          <a:xfrm xmlns:a="http://schemas.openxmlformats.org/drawingml/2006/main">
            <a:off x="0" y="6286500"/>
            <a:ext cx="1714500" cy="571500"/>
          </a:xfrm>
          <a:prstGeom xmlns:a="http://schemas.openxmlformats.org/drawingml/2006/main" prst="roundRect">
            <a:avLst>
              <a:gd name="adj" fmla="val 40000"/>
            </a:avLst>
          </a:prstGeom>
          <a:solidFill xmlns:a="http://schemas.openxmlformats.org/drawingml/2006/main">
            <a:srgbClr val="C94688"/>
          </a:solidFill>
          <a:ln xmlns:a="http://schemas.openxmlformats.org/drawingml/2006/main" w="0">
            <a:noFill/>
            <a:prstDash val="solid"/>
          </a:ln>
        </p:spPr>
      </p:sp>
      <p:sp>
        <p:nvSpPr>
          <p:cNvPr id="6" name="section-7">
            <a:extLst xmlns:a="http://schemas.openxmlformats.org/drawingml/2006/main">
              <a:ext uri="{FF2B5EF4-FFF2-40B4-BE49-F238E27FC236}">
                <a16:creationId xmlns:a16="http://schemas.microsoft.com/office/drawing/2014/main" id="{DCD328B6-CB97-4CEC-B6DE-B9C14C06720C}"/>
              </a:ext>
            </a:extLst>
          </p:cNvPr>
          <p:cNvSpPr>
            <a:spLocks xmlns:a="http://schemas.openxmlformats.org/drawingml/2006/main" noGrp="1"/>
          </p:cNvSpPr>
          <p:nvPr/>
        </p:nvSpPr>
        <p:spPr>
          <a:xfrm xmlns:a="http://schemas.openxmlformats.org/drawingml/2006/main">
            <a:off x="476250" y="3810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5A43A"/>
                </a:solidFill>
              </a:defRPr>
            </a:pPr>
            <a:r>
              <a:rPr sz="975" b="1">
                <a:solidFill>
                  <a:srgbClr val="F5A43A"/>
                </a:solidFill>
              </a:rPr>
              <a:t>REVALIDATION</a:t>
            </a:r>
          </a:p>
        </p:txBody>
      </p:sp>
      <p:sp>
        <p:nvSpPr>
          <p:cNvPr id="7" name="page-7">
            <a:extLst xmlns:a="http://schemas.openxmlformats.org/drawingml/2006/main">
              <a:ext uri="{FF2B5EF4-FFF2-40B4-BE49-F238E27FC236}">
                <a16:creationId xmlns:a16="http://schemas.microsoft.com/office/drawing/2014/main" id="{717D647B-8580-40E4-A357-4C88F5A98608}"/>
              </a:ext>
            </a:extLst>
          </p:cNvPr>
          <p:cNvSpPr>
            <a:spLocks xmlns:a="http://schemas.openxmlformats.org/drawingml/2006/main" noGrp="1"/>
          </p:cNvSpPr>
          <p:nvPr/>
        </p:nvSpPr>
        <p:spPr>
          <a:xfrm xmlns:a="http://schemas.openxmlformats.org/drawingml/2006/main">
            <a:off x="11277600" y="63627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B8AEC5"/>
                </a:solidFill>
              </a:defRPr>
            </a:pPr>
            <a:r>
              <a:rPr sz="975" b="1">
                <a:solidFill>
                  <a:srgbClr val="B8AEC5"/>
                </a:solidFill>
              </a:rPr>
              <a:t>07</a:t>
            </a:r>
          </a:p>
        </p:txBody>
      </p:sp>
      <p:sp>
        <p:nvSpPr>
          <p:cNvPr id="8" name="title-7">
            <a:extLst xmlns:a="http://schemas.openxmlformats.org/drawingml/2006/main">
              <a:ext uri="{FF2B5EF4-FFF2-40B4-BE49-F238E27FC236}">
                <a16:creationId xmlns:a16="http://schemas.microsoft.com/office/drawing/2014/main" id="{93BCDC17-A5EA-417E-ACD2-AD994AD546EE}"/>
              </a:ext>
            </a:extLst>
          </p:cNvPr>
          <p:cNvSpPr>
            <a:spLocks xmlns:a="http://schemas.openxmlformats.org/drawingml/2006/main" noGrp="1"/>
          </p:cNvSpPr>
          <p:nvPr/>
        </p:nvSpPr>
        <p:spPr>
          <a:xfrm xmlns:a="http://schemas.openxmlformats.org/drawingml/2006/main">
            <a:off x="685800" y="7429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5DC"/>
                </a:solidFill>
              </a:defRPr>
            </a:pPr>
            <a:r>
              <a:rPr sz="3300" b="1">
                <a:solidFill>
                  <a:srgbClr val="FFF5DC"/>
                </a:solidFill>
              </a:rPr>
              <a:t>Changed evidence creates a traceable replacement</a:t>
            </a:r>
          </a:p>
        </p:txBody>
      </p:sp>
      <p:sp>
        <p:nvSpPr>
          <p:cNvPr id="9" name="subtitle-7">
            <a:extLst xmlns:a="http://schemas.openxmlformats.org/drawingml/2006/main">
              <a:ext uri="{FF2B5EF4-FFF2-40B4-BE49-F238E27FC236}">
                <a16:creationId xmlns:a16="http://schemas.microsoft.com/office/drawing/2014/main" id="{183872CD-2BCA-40C9-AD18-47099F65B803}"/>
              </a:ext>
            </a:extLst>
          </p:cNvPr>
          <p:cNvSpPr>
            <a:spLocks xmlns:a="http://schemas.openxmlformats.org/drawingml/2006/main" noGrp="1"/>
          </p:cNvSpPr>
          <p:nvPr/>
        </p:nvSpPr>
        <p:spPr>
          <a:xfrm xmlns:a="http://schemas.openxmlformats.org/drawingml/2006/main">
            <a:off x="685800" y="1428750"/>
            <a:ext cx="1009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AEC5"/>
                </a:solidFill>
              </a:defRPr>
            </a:pPr>
            <a:r>
              <a:rPr sz="1650" b="0">
                <a:solidFill>
                  <a:srgbClr val="B8AEC5"/>
                </a:solidFill>
              </a:rPr>
              <a:t>Revalidation refetches context and preserves decision history.</a:t>
            </a:r>
          </a:p>
        </p:txBody>
      </p:sp>
      <p:sp>
        <p:nvSpPr>
          <p:cNvPr id="10" name="reval-original-body">
            <a:extLst xmlns:a="http://schemas.openxmlformats.org/drawingml/2006/main">
              <a:ext uri="{FF2B5EF4-FFF2-40B4-BE49-F238E27FC236}">
                <a16:creationId xmlns:a16="http://schemas.microsoft.com/office/drawing/2014/main" id="{949CD518-848C-4BE5-8077-1ACB451CDA2A}"/>
              </a:ext>
            </a:extLst>
          </p:cNvPr>
          <p:cNvSpPr>
            <a:spLocks xmlns:a="http://schemas.openxmlformats.org/drawingml/2006/main" noGrp="1"/>
          </p:cNvSpPr>
          <p:nvPr/>
        </p:nvSpPr>
        <p:spPr>
          <a:xfrm xmlns:a="http://schemas.openxmlformats.org/drawingml/2006/main">
            <a:off x="895350" y="2724150"/>
            <a:ext cx="2571750" cy="1066800"/>
          </a:xfrm>
          <a:prstGeom xmlns:a="http://schemas.openxmlformats.org/drawingml/2006/main" prst="roundRect">
            <a:avLst>
              <a:gd name="adj" fmla="val 21429"/>
            </a:avLst>
          </a:prstGeom>
          <a:solidFill xmlns:a="http://schemas.openxmlformats.org/drawingml/2006/main">
            <a:srgbClr val="101020"/>
          </a:solidFill>
          <a:ln xmlns:a="http://schemas.openxmlformats.org/drawingml/2006/main" w="9525">
            <a:solidFill>
              <a:srgbClr val="62C4D4"/>
            </a:solidFill>
            <a:prstDash val="solid"/>
          </a:ln>
        </p:spPr>
      </p:sp>
      <p:sp>
        <p:nvSpPr>
          <p:cNvPr id="11" name="reval-original-accent">
            <a:extLst xmlns:a="http://schemas.openxmlformats.org/drawingml/2006/main">
              <a:ext uri="{FF2B5EF4-FFF2-40B4-BE49-F238E27FC236}">
                <a16:creationId xmlns:a16="http://schemas.microsoft.com/office/drawing/2014/main" id="{FE87A231-7928-4E09-AB93-4AD04BA03A5C}"/>
              </a:ext>
            </a:extLst>
          </p:cNvPr>
          <p:cNvSpPr>
            <a:spLocks xmlns:a="http://schemas.openxmlformats.org/drawingml/2006/main" noGrp="1"/>
          </p:cNvSpPr>
          <p:nvPr/>
        </p:nvSpPr>
        <p:spPr>
          <a:xfrm xmlns:a="http://schemas.openxmlformats.org/drawingml/2006/main">
            <a:off x="895350" y="2724150"/>
            <a:ext cx="152400" cy="1066800"/>
          </a:xfrm>
          <a:prstGeom xmlns:a="http://schemas.openxmlformats.org/drawingml/2006/main" prst="roundRect">
            <a:avLst>
              <a:gd name="adj" fmla="val 50000"/>
            </a:avLst>
          </a:prstGeom>
          <a:solidFill xmlns:a="http://schemas.openxmlformats.org/drawingml/2006/main">
            <a:srgbClr val="62C4D4"/>
          </a:solidFill>
          <a:ln xmlns:a="http://schemas.openxmlformats.org/drawingml/2006/main" w="0">
            <a:noFill/>
            <a:prstDash val="solid"/>
          </a:ln>
        </p:spPr>
      </p:sp>
      <p:sp>
        <p:nvSpPr>
          <p:cNvPr id="12" name="reval-original-label">
            <a:extLst xmlns:a="http://schemas.openxmlformats.org/drawingml/2006/main">
              <a:ext uri="{FF2B5EF4-FFF2-40B4-BE49-F238E27FC236}">
                <a16:creationId xmlns:a16="http://schemas.microsoft.com/office/drawing/2014/main" id="{33C94FFF-2FC8-432C-BDAA-3DFE36E03FF2}"/>
              </a:ext>
            </a:extLst>
          </p:cNvPr>
          <p:cNvSpPr>
            <a:spLocks xmlns:a="http://schemas.openxmlformats.org/drawingml/2006/main" noGrp="1"/>
          </p:cNvSpPr>
          <p:nvPr/>
        </p:nvSpPr>
        <p:spPr>
          <a:xfrm xmlns:a="http://schemas.openxmlformats.org/drawingml/2006/main">
            <a:off x="1200150" y="2914650"/>
            <a:ext cx="2114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5DC"/>
                </a:solidFill>
              </a:defRPr>
            </a:pPr>
            <a:r>
              <a:rPr sz="1575" b="1">
                <a:solidFill>
                  <a:srgbClr val="FFF5DC"/>
                </a:solidFill>
              </a:rPr>
              <a:t>ORIGINAL</a:t>
            </a:r>
          </a:p>
        </p:txBody>
      </p:sp>
      <p:sp>
        <p:nvSpPr>
          <p:cNvPr id="13" name="reval-original-detail">
            <a:extLst xmlns:a="http://schemas.openxmlformats.org/drawingml/2006/main">
              <a:ext uri="{FF2B5EF4-FFF2-40B4-BE49-F238E27FC236}">
                <a16:creationId xmlns:a16="http://schemas.microsoft.com/office/drawing/2014/main" id="{53B7973A-DB67-4646-97C7-DC149D326C78}"/>
              </a:ext>
            </a:extLst>
          </p:cNvPr>
          <p:cNvSpPr>
            <a:spLocks xmlns:a="http://schemas.openxmlformats.org/drawingml/2006/main" noGrp="1"/>
          </p:cNvSpPr>
          <p:nvPr/>
        </p:nvSpPr>
        <p:spPr>
          <a:xfrm xmlns:a="http://schemas.openxmlformats.org/drawingml/2006/main">
            <a:off x="1200150" y="327660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B8AEC5"/>
                </a:solidFill>
              </a:defRPr>
            </a:pPr>
            <a:r>
              <a:rPr sz="1125" b="0">
                <a:solidFill>
                  <a:srgbClr val="B8AEC5"/>
                </a:solidFill>
              </a:rPr>
              <a:t>SYNCED decision</a:t>
            </a:r>
          </a:p>
        </p:txBody>
      </p:sp>
      <p:sp>
        <p:nvSpPr>
          <p:cNvPr id="14" name="reval-arrow-a">
            <a:extLst xmlns:a="http://schemas.openxmlformats.org/drawingml/2006/main">
              <a:ext uri="{FF2B5EF4-FFF2-40B4-BE49-F238E27FC236}">
                <a16:creationId xmlns:a16="http://schemas.microsoft.com/office/drawing/2014/main" id="{A0BE5846-41CB-452D-B4BF-C966CDACF41C}"/>
              </a:ext>
            </a:extLst>
          </p:cNvPr>
          <p:cNvSpPr>
            <a:spLocks xmlns:a="http://schemas.openxmlformats.org/drawingml/2006/main" noGrp="1"/>
          </p:cNvSpPr>
          <p:nvPr/>
        </p:nvSpPr>
        <p:spPr>
          <a:xfrm xmlns:a="http://schemas.openxmlformats.org/drawingml/2006/main">
            <a:off x="3600450" y="30480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B8AEC5"/>
                </a:solidFill>
              </a:defRPr>
            </a:pPr>
            <a:r>
              <a:rPr sz="2250" b="1">
                <a:solidFill>
                  <a:srgbClr val="B8AEC5"/>
                </a:solidFill>
              </a:rPr>
              <a:t>→</a:t>
            </a:r>
          </a:p>
        </p:txBody>
      </p:sp>
      <p:sp>
        <p:nvSpPr>
          <p:cNvPr id="15" name="reval-invalid-body">
            <a:extLst xmlns:a="http://schemas.openxmlformats.org/drawingml/2006/main">
              <a:ext uri="{FF2B5EF4-FFF2-40B4-BE49-F238E27FC236}">
                <a16:creationId xmlns:a16="http://schemas.microsoft.com/office/drawing/2014/main" id="{ABDED331-2279-482B-8160-48732A2C546E}"/>
              </a:ext>
            </a:extLst>
          </p:cNvPr>
          <p:cNvSpPr>
            <a:spLocks xmlns:a="http://schemas.openxmlformats.org/drawingml/2006/main" noGrp="1"/>
          </p:cNvSpPr>
          <p:nvPr/>
        </p:nvSpPr>
        <p:spPr>
          <a:xfrm xmlns:a="http://schemas.openxmlformats.org/drawingml/2006/main">
            <a:off x="4210050" y="2724150"/>
            <a:ext cx="3143250" cy="1066800"/>
          </a:xfrm>
          <a:prstGeom xmlns:a="http://schemas.openxmlformats.org/drawingml/2006/main" prst="roundRect">
            <a:avLst>
              <a:gd name="adj" fmla="val 21429"/>
            </a:avLst>
          </a:prstGeom>
          <a:solidFill xmlns:a="http://schemas.openxmlformats.org/drawingml/2006/main">
            <a:srgbClr val="101020"/>
          </a:solidFill>
          <a:ln xmlns:a="http://schemas.openxmlformats.org/drawingml/2006/main" w="9525">
            <a:solidFill>
              <a:srgbClr val="C94688"/>
            </a:solidFill>
            <a:prstDash val="solid"/>
          </a:ln>
        </p:spPr>
      </p:sp>
      <p:sp>
        <p:nvSpPr>
          <p:cNvPr id="16" name="reval-invalid-accent">
            <a:extLst xmlns:a="http://schemas.openxmlformats.org/drawingml/2006/main">
              <a:ext uri="{FF2B5EF4-FFF2-40B4-BE49-F238E27FC236}">
                <a16:creationId xmlns:a16="http://schemas.microsoft.com/office/drawing/2014/main" id="{87B0D727-3D29-4E4E-BF62-BEF0D980130D}"/>
              </a:ext>
            </a:extLst>
          </p:cNvPr>
          <p:cNvSpPr>
            <a:spLocks xmlns:a="http://schemas.openxmlformats.org/drawingml/2006/main" noGrp="1"/>
          </p:cNvSpPr>
          <p:nvPr/>
        </p:nvSpPr>
        <p:spPr>
          <a:xfrm xmlns:a="http://schemas.openxmlformats.org/drawingml/2006/main">
            <a:off x="4210050" y="2724150"/>
            <a:ext cx="152400" cy="1066800"/>
          </a:xfrm>
          <a:prstGeom xmlns:a="http://schemas.openxmlformats.org/drawingml/2006/main" prst="roundRect">
            <a:avLst>
              <a:gd name="adj" fmla="val 50000"/>
            </a:avLst>
          </a:prstGeom>
          <a:solidFill xmlns:a="http://schemas.openxmlformats.org/drawingml/2006/main">
            <a:srgbClr val="C94688"/>
          </a:solidFill>
          <a:ln xmlns:a="http://schemas.openxmlformats.org/drawingml/2006/main" w="0">
            <a:noFill/>
            <a:prstDash val="solid"/>
          </a:ln>
        </p:spPr>
      </p:sp>
      <p:sp>
        <p:nvSpPr>
          <p:cNvPr id="17" name="reval-invalid-label">
            <a:extLst xmlns:a="http://schemas.openxmlformats.org/drawingml/2006/main">
              <a:ext uri="{FF2B5EF4-FFF2-40B4-BE49-F238E27FC236}">
                <a16:creationId xmlns:a16="http://schemas.microsoft.com/office/drawing/2014/main" id="{6F73284B-F0DD-4E91-9DBE-0114D8DFFE05}"/>
              </a:ext>
            </a:extLst>
          </p:cNvPr>
          <p:cNvSpPr>
            <a:spLocks xmlns:a="http://schemas.openxmlformats.org/drawingml/2006/main" noGrp="1"/>
          </p:cNvSpPr>
          <p:nvPr/>
        </p:nvSpPr>
        <p:spPr>
          <a:xfrm xmlns:a="http://schemas.openxmlformats.org/drawingml/2006/main">
            <a:off x="4514850" y="291465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5DC"/>
                </a:solidFill>
              </a:defRPr>
            </a:pPr>
            <a:r>
              <a:rPr sz="1575" b="1">
                <a:solidFill>
                  <a:srgbClr val="FFF5DC"/>
                </a:solidFill>
              </a:rPr>
              <a:t>REVIEW REQUIRED</a:t>
            </a:r>
          </a:p>
        </p:txBody>
      </p:sp>
      <p:sp>
        <p:nvSpPr>
          <p:cNvPr id="18" name="reval-invalid-detail">
            <a:extLst xmlns:a="http://schemas.openxmlformats.org/drawingml/2006/main">
              <a:ext uri="{FF2B5EF4-FFF2-40B4-BE49-F238E27FC236}">
                <a16:creationId xmlns:a16="http://schemas.microsoft.com/office/drawing/2014/main" id="{DAC52EA8-0E8A-4D97-829B-5BBEE7330A79}"/>
              </a:ext>
            </a:extLst>
          </p:cNvPr>
          <p:cNvSpPr>
            <a:spLocks xmlns:a="http://schemas.openxmlformats.org/drawingml/2006/main" noGrp="1"/>
          </p:cNvSpPr>
          <p:nvPr/>
        </p:nvSpPr>
        <p:spPr>
          <a:xfrm xmlns:a="http://schemas.openxmlformats.org/drawingml/2006/main">
            <a:off x="4514850" y="32766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B8AEC5"/>
                </a:solidFill>
              </a:defRPr>
            </a:pPr>
            <a:r>
              <a:rPr sz="1125" b="0">
                <a:solidFill>
                  <a:srgbClr val="B8AEC5"/>
                </a:solidFill>
              </a:rPr>
              <a:t>Invalidation event</a:t>
            </a:r>
          </a:p>
        </p:txBody>
      </p:sp>
      <p:sp>
        <p:nvSpPr>
          <p:cNvPr id="19" name="reval-arrow-b">
            <a:extLst xmlns:a="http://schemas.openxmlformats.org/drawingml/2006/main">
              <a:ext uri="{FF2B5EF4-FFF2-40B4-BE49-F238E27FC236}">
                <a16:creationId xmlns:a16="http://schemas.microsoft.com/office/drawing/2014/main" id="{E0E5E9EA-7DE4-49E4-BAB6-45AE4BCB38B7}"/>
              </a:ext>
            </a:extLst>
          </p:cNvPr>
          <p:cNvSpPr>
            <a:spLocks xmlns:a="http://schemas.openxmlformats.org/drawingml/2006/main" noGrp="1"/>
          </p:cNvSpPr>
          <p:nvPr/>
        </p:nvSpPr>
        <p:spPr>
          <a:xfrm xmlns:a="http://schemas.openxmlformats.org/drawingml/2006/main">
            <a:off x="7486650" y="30480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B8AEC5"/>
                </a:solidFill>
              </a:defRPr>
            </a:pPr>
            <a:r>
              <a:rPr sz="2250" b="1">
                <a:solidFill>
                  <a:srgbClr val="B8AEC5"/>
                </a:solidFill>
              </a:rPr>
              <a:t>→</a:t>
            </a:r>
          </a:p>
        </p:txBody>
      </p:sp>
      <p:sp>
        <p:nvSpPr>
          <p:cNvPr id="20" name="reval-replacement-body">
            <a:extLst xmlns:a="http://schemas.openxmlformats.org/drawingml/2006/main">
              <a:ext uri="{FF2B5EF4-FFF2-40B4-BE49-F238E27FC236}">
                <a16:creationId xmlns:a16="http://schemas.microsoft.com/office/drawing/2014/main" id="{7D2302DC-6335-49D9-BFBC-2FEABE848EFB}"/>
              </a:ext>
            </a:extLst>
          </p:cNvPr>
          <p:cNvSpPr>
            <a:spLocks xmlns:a="http://schemas.openxmlformats.org/drawingml/2006/main" noGrp="1"/>
          </p:cNvSpPr>
          <p:nvPr/>
        </p:nvSpPr>
        <p:spPr>
          <a:xfrm xmlns:a="http://schemas.openxmlformats.org/drawingml/2006/main">
            <a:off x="8096250" y="2724150"/>
            <a:ext cx="3143250" cy="1066800"/>
          </a:xfrm>
          <a:prstGeom xmlns:a="http://schemas.openxmlformats.org/drawingml/2006/main" prst="roundRect">
            <a:avLst>
              <a:gd name="adj" fmla="val 21429"/>
            </a:avLst>
          </a:prstGeom>
          <a:solidFill xmlns:a="http://schemas.openxmlformats.org/drawingml/2006/main">
            <a:srgbClr val="101020"/>
          </a:solidFill>
          <a:ln xmlns:a="http://schemas.openxmlformats.org/drawingml/2006/main" w="9525">
            <a:solidFill>
              <a:srgbClr val="F5A43A"/>
            </a:solidFill>
            <a:prstDash val="solid"/>
          </a:ln>
        </p:spPr>
      </p:sp>
      <p:sp>
        <p:nvSpPr>
          <p:cNvPr id="21" name="reval-replacement-accent">
            <a:extLst xmlns:a="http://schemas.openxmlformats.org/drawingml/2006/main">
              <a:ext uri="{FF2B5EF4-FFF2-40B4-BE49-F238E27FC236}">
                <a16:creationId xmlns:a16="http://schemas.microsoft.com/office/drawing/2014/main" id="{85D11A5F-2D65-4C49-8A44-DEC672E515F4}"/>
              </a:ext>
            </a:extLst>
          </p:cNvPr>
          <p:cNvSpPr>
            <a:spLocks xmlns:a="http://schemas.openxmlformats.org/drawingml/2006/main" noGrp="1"/>
          </p:cNvSpPr>
          <p:nvPr/>
        </p:nvSpPr>
        <p:spPr>
          <a:xfrm xmlns:a="http://schemas.openxmlformats.org/drawingml/2006/main">
            <a:off x="8096250" y="2724150"/>
            <a:ext cx="152400" cy="1066800"/>
          </a:xfrm>
          <a:prstGeom xmlns:a="http://schemas.openxmlformats.org/drawingml/2006/main" prst="roundRect">
            <a:avLst>
              <a:gd name="adj" fmla="val 50000"/>
            </a:avLst>
          </a:prstGeom>
          <a:solidFill xmlns:a="http://schemas.openxmlformats.org/drawingml/2006/main">
            <a:srgbClr val="F5A43A"/>
          </a:solidFill>
          <a:ln xmlns:a="http://schemas.openxmlformats.org/drawingml/2006/main" w="0">
            <a:noFill/>
            <a:prstDash val="solid"/>
          </a:ln>
        </p:spPr>
      </p:sp>
      <p:sp>
        <p:nvSpPr>
          <p:cNvPr id="22" name="reval-replacement-label">
            <a:extLst xmlns:a="http://schemas.openxmlformats.org/drawingml/2006/main">
              <a:ext uri="{FF2B5EF4-FFF2-40B4-BE49-F238E27FC236}">
                <a16:creationId xmlns:a16="http://schemas.microsoft.com/office/drawing/2014/main" id="{D4160488-4DCE-4562-BAC4-AD901AD6711E}"/>
              </a:ext>
            </a:extLst>
          </p:cNvPr>
          <p:cNvSpPr>
            <a:spLocks xmlns:a="http://schemas.openxmlformats.org/drawingml/2006/main" noGrp="1"/>
          </p:cNvSpPr>
          <p:nvPr/>
        </p:nvSpPr>
        <p:spPr>
          <a:xfrm xmlns:a="http://schemas.openxmlformats.org/drawingml/2006/main">
            <a:off x="8401050" y="291465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5DC"/>
                </a:solidFill>
              </a:defRPr>
            </a:pPr>
            <a:r>
              <a:rPr sz="1575" b="1">
                <a:solidFill>
                  <a:srgbClr val="FFF5DC"/>
                </a:solidFill>
              </a:rPr>
              <a:t>REPLACEMENT</a:t>
            </a:r>
          </a:p>
        </p:txBody>
      </p:sp>
      <p:sp>
        <p:nvSpPr>
          <p:cNvPr id="23" name="reval-replacement-detail">
            <a:extLst xmlns:a="http://schemas.openxmlformats.org/drawingml/2006/main">
              <a:ext uri="{FF2B5EF4-FFF2-40B4-BE49-F238E27FC236}">
                <a16:creationId xmlns:a16="http://schemas.microsoft.com/office/drawing/2014/main" id="{F4AE4AE6-BB60-4A53-9EBE-8F01980A7013}"/>
              </a:ext>
            </a:extLst>
          </p:cNvPr>
          <p:cNvSpPr>
            <a:spLocks xmlns:a="http://schemas.openxmlformats.org/drawingml/2006/main" noGrp="1"/>
          </p:cNvSpPr>
          <p:nvPr/>
        </p:nvSpPr>
        <p:spPr>
          <a:xfrm xmlns:a="http://schemas.openxmlformats.org/drawingml/2006/main">
            <a:off x="8401050" y="32766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B8AEC5"/>
                </a:solidFill>
              </a:defRPr>
            </a:pPr>
            <a:r>
              <a:rPr sz="1125" b="0">
                <a:solidFill>
                  <a:srgbClr val="B8AEC5"/>
                </a:solidFill>
              </a:rPr>
              <a:t>Fresh MCP context</a:t>
            </a:r>
          </a:p>
        </p:txBody>
      </p:sp>
      <p:sp>
        <p:nvSpPr>
          <p:cNvPr id="24" name="reval-edge">
            <a:extLst xmlns:a="http://schemas.openxmlformats.org/drawingml/2006/main">
              <a:ext uri="{FF2B5EF4-FFF2-40B4-BE49-F238E27FC236}">
                <a16:creationId xmlns:a16="http://schemas.microsoft.com/office/drawing/2014/main" id="{C0B8F996-D317-431B-97A5-7B2093699115}"/>
              </a:ext>
            </a:extLst>
          </p:cNvPr>
          <p:cNvSpPr>
            <a:spLocks xmlns:a="http://schemas.openxmlformats.org/drawingml/2006/main" noGrp="1"/>
          </p:cNvSpPr>
          <p:nvPr/>
        </p:nvSpPr>
        <p:spPr>
          <a:xfrm xmlns:a="http://schemas.openxmlformats.org/drawingml/2006/main">
            <a:off x="8286750" y="43243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A98AD4"/>
                </a:solidFill>
              </a:defRPr>
            </a:pPr>
            <a:r>
              <a:rPr sz="1050" b="1">
                <a:solidFill>
                  <a:srgbClr val="A98AD4"/>
                </a:solidFill>
              </a:rPr>
              <a:t>SUPERSEDES</a:t>
            </a:r>
          </a:p>
        </p:txBody>
      </p:sp>
      <p:sp>
        <p:nvSpPr>
          <p:cNvPr id="25" name="reval-rule">
            <a:extLst xmlns:a="http://schemas.openxmlformats.org/drawingml/2006/main">
              <a:ext uri="{FF2B5EF4-FFF2-40B4-BE49-F238E27FC236}">
                <a16:creationId xmlns:a16="http://schemas.microsoft.com/office/drawing/2014/main" id="{041C8F21-D1DC-49A4-8E38-DD3766FAD322}"/>
              </a:ext>
            </a:extLst>
          </p:cNvPr>
          <p:cNvSpPr>
            <a:spLocks xmlns:a="http://schemas.openxmlformats.org/drawingml/2006/main" noGrp="1"/>
          </p:cNvSpPr>
          <p:nvPr/>
        </p:nvSpPr>
        <p:spPr>
          <a:xfrm xmlns:a="http://schemas.openxmlformats.org/drawingml/2006/main">
            <a:off x="8248650" y="4629150"/>
            <a:ext cx="2381250" cy="38100"/>
          </a:xfrm>
          <a:prstGeom xmlns:a="http://schemas.openxmlformats.org/drawingml/2006/main" prst="roundRect">
            <a:avLst>
              <a:gd name="adj" fmla="val 50000"/>
            </a:avLst>
          </a:prstGeom>
          <a:solidFill xmlns:a="http://schemas.openxmlformats.org/drawingml/2006/main">
            <a:srgbClr val="A98AD4"/>
          </a:solidFill>
          <a:ln xmlns:a="http://schemas.openxmlformats.org/drawingml/2006/main" w="0">
            <a:noFill/>
            <a:prstDash val="solid"/>
          </a:ln>
        </p:spPr>
      </p:sp>
      <p:sp>
        <p:nvSpPr>
          <p:cNvPr id="26" name="reval-message">
            <a:extLst xmlns:a="http://schemas.openxmlformats.org/drawingml/2006/main">
              <a:ext uri="{FF2B5EF4-FFF2-40B4-BE49-F238E27FC236}">
                <a16:creationId xmlns:a16="http://schemas.microsoft.com/office/drawing/2014/main" id="{CFC36D4E-893F-42BD-8FC1-6166D9E0812C}"/>
              </a:ext>
            </a:extLst>
          </p:cNvPr>
          <p:cNvSpPr>
            <a:spLocks xmlns:a="http://schemas.openxmlformats.org/drawingml/2006/main" noGrp="1"/>
          </p:cNvSpPr>
          <p:nvPr/>
        </p:nvSpPr>
        <p:spPr>
          <a:xfrm xmlns:a="http://schemas.openxmlformats.org/drawingml/2006/main">
            <a:off x="2190750" y="529590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5DC"/>
                </a:solidFill>
              </a:defRPr>
            </a:pPr>
            <a:r>
              <a:rPr sz="1800" b="1">
                <a:solidFill>
                  <a:srgbClr val="FFF5DC"/>
                </a:solidFill>
              </a:rPr>
              <a:t>No silent fallback. No erased history. No stale-context replay.</a:t>
            </a:r>
          </a:p>
        </p:txBody>
      </p:sp>
    </p:spTree>
    <p:extLst>
      <p:ext uri="{BB962C8B-B14F-4D97-AF65-F5344CB8AC3E}">
        <p14:creationId xmlns:p14="http://schemas.microsoft.com/office/powerpoint/2010/main" val="1653251666"/>
      </p:ext>
    </p:extLst>
  </p:cSld>
</p:sld>
</file>

<file path=ppt/slides/slide8.xml><?xml version="1.0" encoding="utf-8"?>
<p:sld xmlns:p="http://schemas.openxmlformats.org/presentationml/2006/main">
  <p:cSld>
    <p:bg>
      <p:bgPr>
        <a:solidFill xmlns:a="http://schemas.openxmlformats.org/drawingml/2006/main">
          <a:srgbClr val="070812"/>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fdd6a0e2a414b3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e-mask">
            <a:extLst xmlns:a="http://schemas.openxmlformats.org/drawingml/2006/main">
              <a:ext uri="{FF2B5EF4-FFF2-40B4-BE49-F238E27FC236}">
                <a16:creationId xmlns:a16="http://schemas.microsoft.com/office/drawing/2014/main" id="{EC1E42A6-BCF1-4924-91E3-9340306F05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812">
              <a:alpha val="80000"/>
            </a:srgbClr>
          </a:solidFill>
          <a:ln xmlns:a="http://schemas.openxmlformats.org/drawingml/2006/main" w="0">
            <a:noFill/>
            <a:prstDash val="solid"/>
          </a:ln>
        </p:spPr>
      </p:sp>
      <p:sp>
        <p:nvSpPr>
          <p:cNvPr id="3" name="close-top-a">
            <a:extLst xmlns:a="http://schemas.openxmlformats.org/drawingml/2006/main">
              <a:ext uri="{FF2B5EF4-FFF2-40B4-BE49-F238E27FC236}">
                <a16:creationId xmlns:a16="http://schemas.microsoft.com/office/drawing/2014/main" id="{2DACA894-3A9A-4739-BCA0-DF5108605D4E}"/>
              </a:ext>
            </a:extLst>
          </p:cNvPr>
          <p:cNvSpPr>
            <a:spLocks xmlns:a="http://schemas.openxmlformats.org/drawingml/2006/main" noGrp="1"/>
          </p:cNvSpPr>
          <p:nvPr/>
        </p:nvSpPr>
        <p:spPr>
          <a:xfrm xmlns:a="http://schemas.openxmlformats.org/drawingml/2006/main">
            <a:off x="0" y="0"/>
            <a:ext cx="3905250" cy="209550"/>
          </a:xfrm>
          <a:prstGeom xmlns:a="http://schemas.openxmlformats.org/drawingml/2006/main" prst="roundRect">
            <a:avLst>
              <a:gd name="adj" fmla="val 50000"/>
            </a:avLst>
          </a:prstGeom>
          <a:solidFill xmlns:a="http://schemas.openxmlformats.org/drawingml/2006/main">
            <a:srgbClr val="F5A43A"/>
          </a:solidFill>
          <a:ln xmlns:a="http://schemas.openxmlformats.org/drawingml/2006/main" w="0">
            <a:noFill/>
            <a:prstDash val="solid"/>
          </a:ln>
        </p:spPr>
      </p:sp>
      <p:sp>
        <p:nvSpPr>
          <p:cNvPr id="4" name="close-top-b">
            <a:extLst xmlns:a="http://schemas.openxmlformats.org/drawingml/2006/main">
              <a:ext uri="{FF2B5EF4-FFF2-40B4-BE49-F238E27FC236}">
                <a16:creationId xmlns:a16="http://schemas.microsoft.com/office/drawing/2014/main" id="{D1A1B260-FA24-44D4-9B38-A350061E43C0}"/>
              </a:ext>
            </a:extLst>
          </p:cNvPr>
          <p:cNvSpPr>
            <a:spLocks xmlns:a="http://schemas.openxmlformats.org/drawingml/2006/main" noGrp="1"/>
          </p:cNvSpPr>
          <p:nvPr/>
        </p:nvSpPr>
        <p:spPr>
          <a:xfrm xmlns:a="http://schemas.openxmlformats.org/drawingml/2006/main">
            <a:off x="4019550" y="0"/>
            <a:ext cx="2209800" cy="209550"/>
          </a:xfrm>
          <a:prstGeom xmlns:a="http://schemas.openxmlformats.org/drawingml/2006/main" prst="roundRect">
            <a:avLst>
              <a:gd name="adj" fmla="val 50000"/>
            </a:avLst>
          </a:prstGeom>
          <a:solidFill xmlns:a="http://schemas.openxmlformats.org/drawingml/2006/main">
            <a:srgbClr val="E77C73"/>
          </a:solidFill>
          <a:ln xmlns:a="http://schemas.openxmlformats.org/drawingml/2006/main" w="0">
            <a:noFill/>
            <a:prstDash val="solid"/>
          </a:ln>
        </p:spPr>
      </p:sp>
      <p:sp>
        <p:nvSpPr>
          <p:cNvPr id="5" name="close-top-c">
            <a:extLst xmlns:a="http://schemas.openxmlformats.org/drawingml/2006/main">
              <a:ext uri="{FF2B5EF4-FFF2-40B4-BE49-F238E27FC236}">
                <a16:creationId xmlns:a16="http://schemas.microsoft.com/office/drawing/2014/main" id="{B0C7F57C-78EB-4674-BC8F-E09EFB2F1100}"/>
              </a:ext>
            </a:extLst>
          </p:cNvPr>
          <p:cNvSpPr>
            <a:spLocks xmlns:a="http://schemas.openxmlformats.org/drawingml/2006/main" noGrp="1"/>
          </p:cNvSpPr>
          <p:nvPr/>
        </p:nvSpPr>
        <p:spPr>
          <a:xfrm xmlns:a="http://schemas.openxmlformats.org/drawingml/2006/main">
            <a:off x="6343650" y="0"/>
            <a:ext cx="5848350" cy="209550"/>
          </a:xfrm>
          <a:prstGeom xmlns:a="http://schemas.openxmlformats.org/drawingml/2006/main" prst="roundRect">
            <a:avLst>
              <a:gd name="adj" fmla="val 50000"/>
            </a:avLst>
          </a:prstGeom>
          <a:solidFill xmlns:a="http://schemas.openxmlformats.org/drawingml/2006/main">
            <a:srgbClr val="A98AD4"/>
          </a:solidFill>
          <a:ln xmlns:a="http://schemas.openxmlformats.org/drawingml/2006/main" w="0">
            <a:noFill/>
            <a:prstDash val="solid"/>
          </a:ln>
        </p:spPr>
      </p:sp>
      <p:sp>
        <p:nvSpPr>
          <p:cNvPr id="6" name="close-kicker">
            <a:extLst xmlns:a="http://schemas.openxmlformats.org/drawingml/2006/main">
              <a:ext uri="{FF2B5EF4-FFF2-40B4-BE49-F238E27FC236}">
                <a16:creationId xmlns:a16="http://schemas.microsoft.com/office/drawing/2014/main" id="{12F6AB2A-44A6-40C8-A822-04CB9B4C225D}"/>
              </a:ext>
            </a:extLst>
          </p:cNvPr>
          <p:cNvSpPr>
            <a:spLocks xmlns:a="http://schemas.openxmlformats.org/drawingml/2006/main" noGrp="1"/>
          </p:cNvSpPr>
          <p:nvPr/>
        </p:nvSpPr>
        <p:spPr>
          <a:xfrm xmlns:a="http://schemas.openxmlformats.org/drawingml/2006/main">
            <a:off x="685800" y="742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7AC7A7"/>
                </a:solidFill>
              </a:defRPr>
            </a:pPr>
            <a:r>
              <a:rPr sz="1125" b="1">
                <a:solidFill>
                  <a:srgbClr val="7AC7A7"/>
                </a:solidFill>
              </a:rPr>
              <a:t>VERIFIED LOCALLY</a:t>
            </a:r>
          </a:p>
        </p:txBody>
      </p:sp>
      <p:sp>
        <p:nvSpPr>
          <p:cNvPr id="7" name="close-title">
            <a:extLst xmlns:a="http://schemas.openxmlformats.org/drawingml/2006/main">
              <a:ext uri="{FF2B5EF4-FFF2-40B4-BE49-F238E27FC236}">
                <a16:creationId xmlns:a16="http://schemas.microsoft.com/office/drawing/2014/main" id="{CA6C7AC8-94F4-4109-A5D7-E2B1E78A4BAD}"/>
              </a:ext>
            </a:extLst>
          </p:cNvPr>
          <p:cNvSpPr>
            <a:spLocks xmlns:a="http://schemas.openxmlformats.org/drawingml/2006/main" noGrp="1"/>
          </p:cNvSpPr>
          <p:nvPr/>
        </p:nvSpPr>
        <p:spPr>
          <a:xfrm xmlns:a="http://schemas.openxmlformats.org/drawingml/2006/main">
            <a:off x="685800" y="1219200"/>
            <a:ext cx="7239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FFF5DC"/>
                </a:solidFill>
              </a:defRPr>
            </a:pPr>
            <a:r>
              <a:rPr sz="3600" b="1">
                <a:solidFill>
                  <a:srgbClr val="FFF5DC"/>
                </a:solidFill>
              </a:rPr>
              <a:t>A closed loop for</a:t>
            </a:r>
          </a:p>
          <a:p xmlns:a="http://schemas.openxmlformats.org/drawingml/2006/main">
            <a:pPr algn="l">
              <a:defRPr sz="3600" b="1">
                <a:solidFill>
                  <a:srgbClr val="FFF5DC"/>
                </a:solidFill>
              </a:defRPr>
            </a:pPr>
            <a:r>
              <a:rPr sz="3600" b="1">
                <a:solidFill>
                  <a:srgbClr val="FFF5DC"/>
                </a:solidFill>
              </a:rPr>
              <a:t>accountable AI decisions</a:t>
            </a:r>
          </a:p>
        </p:txBody>
      </p:sp>
      <p:sp>
        <p:nvSpPr>
          <p:cNvPr id="8" name="close-big-0">
            <a:extLst xmlns:a="http://schemas.openxmlformats.org/drawingml/2006/main">
              <a:ext uri="{FF2B5EF4-FFF2-40B4-BE49-F238E27FC236}">
                <a16:creationId xmlns:a16="http://schemas.microsoft.com/office/drawing/2014/main" id="{D56D98F8-D7CF-4D61-9F76-DD6CEC9F682F}"/>
              </a:ext>
            </a:extLst>
          </p:cNvPr>
          <p:cNvSpPr>
            <a:spLocks xmlns:a="http://schemas.openxmlformats.org/drawingml/2006/main" noGrp="1"/>
          </p:cNvSpPr>
          <p:nvPr/>
        </p:nvSpPr>
        <p:spPr>
          <a:xfrm xmlns:a="http://schemas.openxmlformats.org/drawingml/2006/main">
            <a:off x="685800" y="310515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F5A43A"/>
                </a:solidFill>
              </a:defRPr>
            </a:pPr>
            <a:r>
              <a:rPr sz="2625" b="1">
                <a:solidFill>
                  <a:srgbClr val="F5A43A"/>
                </a:solidFill>
              </a:rPr>
              <a:t>10/10</a:t>
            </a:r>
          </a:p>
        </p:txBody>
      </p:sp>
      <p:sp>
        <p:nvSpPr>
          <p:cNvPr id="9" name="close-small-0">
            <a:extLst xmlns:a="http://schemas.openxmlformats.org/drawingml/2006/main">
              <a:ext uri="{FF2B5EF4-FFF2-40B4-BE49-F238E27FC236}">
                <a16:creationId xmlns:a16="http://schemas.microsoft.com/office/drawing/2014/main" id="{6A9EBA99-DAC3-4889-806E-6E9031331A86}"/>
              </a:ext>
            </a:extLst>
          </p:cNvPr>
          <p:cNvSpPr>
            <a:spLocks xmlns:a="http://schemas.openxmlformats.org/drawingml/2006/main" noGrp="1"/>
          </p:cNvSpPr>
          <p:nvPr/>
        </p:nvSpPr>
        <p:spPr>
          <a:xfrm xmlns:a="http://schemas.openxmlformats.org/drawingml/2006/main">
            <a:off x="685800" y="36195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5DC"/>
                </a:solidFill>
              </a:defRPr>
            </a:pPr>
            <a:r>
              <a:rPr sz="1350" b="0">
                <a:solidFill>
                  <a:srgbClr val="FFF5DC"/>
                </a:solidFill>
              </a:rPr>
              <a:t>automated tests</a:t>
            </a:r>
          </a:p>
        </p:txBody>
      </p:sp>
      <p:sp>
        <p:nvSpPr>
          <p:cNvPr id="10" name="close-big-1">
            <a:extLst xmlns:a="http://schemas.openxmlformats.org/drawingml/2006/main">
              <a:ext uri="{FF2B5EF4-FFF2-40B4-BE49-F238E27FC236}">
                <a16:creationId xmlns:a16="http://schemas.microsoft.com/office/drawing/2014/main" id="{04E79A9D-CE6E-4648-9C50-5BE8EA6DE73B}"/>
              </a:ext>
            </a:extLst>
          </p:cNvPr>
          <p:cNvSpPr>
            <a:spLocks xmlns:a="http://schemas.openxmlformats.org/drawingml/2006/main" noGrp="1"/>
          </p:cNvSpPr>
          <p:nvPr/>
        </p:nvSpPr>
        <p:spPr>
          <a:xfrm xmlns:a="http://schemas.openxmlformats.org/drawingml/2006/main">
            <a:off x="3409950" y="310515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62C4D4"/>
                </a:solidFill>
              </a:defRPr>
            </a:pPr>
            <a:r>
              <a:rPr sz="2625" b="1">
                <a:solidFill>
                  <a:srgbClr val="62C4D4"/>
                </a:solidFill>
              </a:rPr>
              <a:t>LIVE</a:t>
            </a:r>
          </a:p>
        </p:txBody>
      </p:sp>
      <p:sp>
        <p:nvSpPr>
          <p:cNvPr id="11" name="close-small-1">
            <a:extLst xmlns:a="http://schemas.openxmlformats.org/drawingml/2006/main">
              <a:ext uri="{FF2B5EF4-FFF2-40B4-BE49-F238E27FC236}">
                <a16:creationId xmlns:a16="http://schemas.microsoft.com/office/drawing/2014/main" id="{53BB8366-91CA-48EF-B638-35FE72596B84}"/>
              </a:ext>
            </a:extLst>
          </p:cNvPr>
          <p:cNvSpPr>
            <a:spLocks xmlns:a="http://schemas.openxmlformats.org/drawingml/2006/main" noGrp="1"/>
          </p:cNvSpPr>
          <p:nvPr/>
        </p:nvSpPr>
        <p:spPr>
          <a:xfrm xmlns:a="http://schemas.openxmlformats.org/drawingml/2006/main">
            <a:off x="3409950" y="36195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5DC"/>
                </a:solidFill>
              </a:defRPr>
            </a:pPr>
            <a:r>
              <a:rPr sz="1350" b="0">
                <a:solidFill>
                  <a:srgbClr val="FFF5DC"/>
                </a:solidFill>
              </a:rPr>
              <a:t>MCP context retrieval</a:t>
            </a:r>
          </a:p>
        </p:txBody>
      </p:sp>
      <p:sp>
        <p:nvSpPr>
          <p:cNvPr id="12" name="close-big-2">
            <a:extLst xmlns:a="http://schemas.openxmlformats.org/drawingml/2006/main">
              <a:ext uri="{FF2B5EF4-FFF2-40B4-BE49-F238E27FC236}">
                <a16:creationId xmlns:a16="http://schemas.microsoft.com/office/drawing/2014/main" id="{E31DBC6E-B6F7-4925-AF4D-15F575724827}"/>
              </a:ext>
            </a:extLst>
          </p:cNvPr>
          <p:cNvSpPr>
            <a:spLocks xmlns:a="http://schemas.openxmlformats.org/drawingml/2006/main" noGrp="1"/>
          </p:cNvSpPr>
          <p:nvPr/>
        </p:nvSpPr>
        <p:spPr>
          <a:xfrm xmlns:a="http://schemas.openxmlformats.org/drawingml/2006/main">
            <a:off x="6134100" y="310515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A98AD4"/>
                </a:solidFill>
              </a:defRPr>
            </a:pPr>
            <a:r>
              <a:rPr sz="2625" b="1">
                <a:solidFill>
                  <a:srgbClr val="A98AD4"/>
                </a:solidFill>
              </a:rPr>
              <a:t>REAL</a:t>
            </a:r>
          </a:p>
        </p:txBody>
      </p:sp>
      <p:sp>
        <p:nvSpPr>
          <p:cNvPr id="13" name="close-small-2">
            <a:extLst xmlns:a="http://schemas.openxmlformats.org/drawingml/2006/main">
              <a:ext uri="{FF2B5EF4-FFF2-40B4-BE49-F238E27FC236}">
                <a16:creationId xmlns:a16="http://schemas.microsoft.com/office/drawing/2014/main" id="{620B386E-F99F-47BC-89A5-7500DD09906E}"/>
              </a:ext>
            </a:extLst>
          </p:cNvPr>
          <p:cNvSpPr>
            <a:spLocks xmlns:a="http://schemas.openxmlformats.org/drawingml/2006/main" noGrp="1"/>
          </p:cNvSpPr>
          <p:nvPr/>
        </p:nvSpPr>
        <p:spPr>
          <a:xfrm xmlns:a="http://schemas.openxmlformats.org/drawingml/2006/main">
            <a:off x="6134100" y="36195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5DC"/>
                </a:solidFill>
              </a:defRPr>
            </a:pPr>
            <a:r>
              <a:rPr sz="1350" b="0">
                <a:solidFill>
                  <a:srgbClr val="FFF5DC"/>
                </a:solidFill>
              </a:rPr>
              <a:t>DataHub projection</a:t>
            </a:r>
          </a:p>
        </p:txBody>
      </p:sp>
      <p:sp>
        <p:nvSpPr>
          <p:cNvPr id="14" name="close-big-3">
            <a:extLst xmlns:a="http://schemas.openxmlformats.org/drawingml/2006/main">
              <a:ext uri="{FF2B5EF4-FFF2-40B4-BE49-F238E27FC236}">
                <a16:creationId xmlns:a16="http://schemas.microsoft.com/office/drawing/2014/main" id="{CD4813EA-1090-414A-9AE2-3D1AADC6A0E5}"/>
              </a:ext>
            </a:extLst>
          </p:cNvPr>
          <p:cNvSpPr>
            <a:spLocks xmlns:a="http://schemas.openxmlformats.org/drawingml/2006/main" noGrp="1"/>
          </p:cNvSpPr>
          <p:nvPr/>
        </p:nvSpPr>
        <p:spPr>
          <a:xfrm xmlns:a="http://schemas.openxmlformats.org/drawingml/2006/main">
            <a:off x="8858250" y="310515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E77C73"/>
                </a:solidFill>
              </a:defRPr>
            </a:pPr>
            <a:r>
              <a:rPr sz="2625" b="1">
                <a:solidFill>
                  <a:srgbClr val="E77C73"/>
                </a:solidFill>
              </a:rPr>
              <a:t>SAFE</a:t>
            </a:r>
          </a:p>
        </p:txBody>
      </p:sp>
      <p:sp>
        <p:nvSpPr>
          <p:cNvPr id="15" name="close-small-3">
            <a:extLst xmlns:a="http://schemas.openxmlformats.org/drawingml/2006/main">
              <a:ext uri="{FF2B5EF4-FFF2-40B4-BE49-F238E27FC236}">
                <a16:creationId xmlns:a16="http://schemas.microsoft.com/office/drawing/2014/main" id="{8CD34D66-FB06-47D6-96D9-4F14DC1727E9}"/>
              </a:ext>
            </a:extLst>
          </p:cNvPr>
          <p:cNvSpPr>
            <a:spLocks xmlns:a="http://schemas.openxmlformats.org/drawingml/2006/main" noGrp="1"/>
          </p:cNvSpPr>
          <p:nvPr/>
        </p:nvSpPr>
        <p:spPr>
          <a:xfrm xmlns:a="http://schemas.openxmlformats.org/drawingml/2006/main">
            <a:off x="8858250" y="36195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5DC"/>
                </a:solidFill>
              </a:defRPr>
            </a:pPr>
            <a:r>
              <a:rPr sz="1350" b="0">
                <a:solidFill>
                  <a:srgbClr val="FFF5DC"/>
                </a:solidFill>
              </a:rPr>
              <a:t>mobile + retry behavior</a:t>
            </a:r>
          </a:p>
        </p:txBody>
      </p:sp>
      <p:sp>
        <p:nvSpPr>
          <p:cNvPr id="16" name="close-line">
            <a:extLst xmlns:a="http://schemas.openxmlformats.org/drawingml/2006/main">
              <a:ext uri="{FF2B5EF4-FFF2-40B4-BE49-F238E27FC236}">
                <a16:creationId xmlns:a16="http://schemas.microsoft.com/office/drawing/2014/main" id="{A9056946-D3F4-465B-9A48-783F2FF6B156}"/>
              </a:ext>
            </a:extLst>
          </p:cNvPr>
          <p:cNvSpPr>
            <a:spLocks xmlns:a="http://schemas.openxmlformats.org/drawingml/2006/main" noGrp="1"/>
          </p:cNvSpPr>
          <p:nvPr/>
        </p:nvSpPr>
        <p:spPr>
          <a:xfrm xmlns:a="http://schemas.openxmlformats.org/drawingml/2006/main">
            <a:off x="685800" y="501015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5A43A"/>
                </a:solidFill>
              </a:defRPr>
            </a:pPr>
            <a:r>
              <a:rPr sz="1950" b="1">
                <a:solidFill>
                  <a:srgbClr val="F5A43A"/>
                </a:solidFill>
              </a:rPr>
              <a:t>RUN  •  REVIEW  •  TRACE  •  REVALIDATE</a:t>
            </a:r>
          </a:p>
        </p:txBody>
      </p:sp>
      <p:sp>
        <p:nvSpPr>
          <p:cNvPr id="17" name="close-name">
            <a:extLst xmlns:a="http://schemas.openxmlformats.org/drawingml/2006/main">
              <a:ext uri="{FF2B5EF4-FFF2-40B4-BE49-F238E27FC236}">
                <a16:creationId xmlns:a16="http://schemas.microsoft.com/office/drawing/2014/main" id="{1BF38B15-F8C4-4BD1-A8A0-23F980DFBA73}"/>
              </a:ext>
            </a:extLst>
          </p:cNvPr>
          <p:cNvSpPr>
            <a:spLocks xmlns:a="http://schemas.openxmlformats.org/drawingml/2006/main" noGrp="1"/>
          </p:cNvSpPr>
          <p:nvPr/>
        </p:nvSpPr>
        <p:spPr>
          <a:xfrm xmlns:a="http://schemas.openxmlformats.org/drawingml/2006/main">
            <a:off x="685800" y="5772150"/>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5DC"/>
                </a:solidFill>
              </a:defRPr>
            </a:pPr>
            <a:r>
              <a:rPr sz="2250" b="1">
                <a:solidFill>
                  <a:srgbClr val="FFF5DC"/>
                </a:solidFill>
              </a:rPr>
              <a:t>DecisionGraph</a:t>
            </a:r>
          </a:p>
        </p:txBody>
      </p:sp>
      <p:sp>
        <p:nvSpPr>
          <p:cNvPr id="18" name="close-tag">
            <a:extLst xmlns:a="http://schemas.openxmlformats.org/drawingml/2006/main">
              <a:ext uri="{FF2B5EF4-FFF2-40B4-BE49-F238E27FC236}">
                <a16:creationId xmlns:a16="http://schemas.microsoft.com/office/drawing/2014/main" id="{C1361057-416B-4B5F-8074-0CE3C99CE448}"/>
              </a:ext>
            </a:extLst>
          </p:cNvPr>
          <p:cNvSpPr>
            <a:spLocks xmlns:a="http://schemas.openxmlformats.org/drawingml/2006/main" noGrp="1"/>
          </p:cNvSpPr>
          <p:nvPr/>
        </p:nvSpPr>
        <p:spPr>
          <a:xfrm xmlns:a="http://schemas.openxmlformats.org/drawingml/2006/main">
            <a:off x="685800" y="61912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B8AEC5"/>
                </a:solidFill>
              </a:defRPr>
            </a:pPr>
            <a:r>
              <a:rPr sz="1275" b="0">
                <a:solidFill>
                  <a:srgbClr val="B8AEC5"/>
                </a:solidFill>
              </a:rPr>
              <a:t>Governed decisions in motion</a:t>
            </a:r>
          </a:p>
        </p:txBody>
      </p:sp>
    </p:spTree>
    <p:extLst>
      <p:ext uri="{BB962C8B-B14F-4D97-AF65-F5344CB8AC3E}">
        <p14:creationId xmlns:p14="http://schemas.microsoft.com/office/powerpoint/2010/main" val="10834270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2026-07-27T00:16:12.7960000Z</dcterms:created>
  <dcterms:modified xsi:type="dcterms:W3CDTF">2026-07-27T00:16:12.7970000Z</dcterms:modified>
</coreProperties>
</file>